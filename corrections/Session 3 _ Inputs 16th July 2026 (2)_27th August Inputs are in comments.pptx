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6A0336E3.xml" ContentType="application/vnd.ms-powerpoint.comments+xml"/>
  <Override PartName="/ppt/comments/modernComment_10A_5983EDA8.xml" ContentType="application/vnd.ms-powerpoint.comments+xml"/>
  <Override PartName="/ppt/comments/modernComment_10B_CB372786.xml" ContentType="application/vnd.ms-powerpoint.comments+xml"/>
  <Override PartName="/ppt/comments/modernComment_10C_BAABBC5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D33BF72-FC03-8E45-8A9D-525CD33F29DC}" name="Ashwini KG" initials="RMB" userId="Ashwini KG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modernComment_10A_5983ED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A23E8A-FC14-438A-90C6-0FB752346BF5}" authorId="{BD33BF72-FC03-8E45-8A9D-525CD33F29DC}" created="2026-08-27T06:34:36.11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01818280" sldId="266"/>
      <ac:spMk id="3" creationId="{291D2B5E-4E74-CB12-2193-CFE5275D9523}"/>
    </ac:deMkLst>
    <p188:replyLst>
      <p188:reply id="{011DABB3-E247-4BDA-AAEC-5E13B330F6A5}" authorId="{BD33BF72-FC03-8E45-8A9D-525CD33F29DC}" created="2026-08-27T06:42:31.468">
        <p188:txBody>
          <a:bodyPr/>
          <a:lstStyle/>
          <a:p>
            <a:r>
              <a:rPr lang="en-IN"/>
              <a:t>Vercel slide 12</a:t>
            </a:r>
          </a:p>
        </p188:txBody>
      </p188:reply>
    </p188:replyLst>
    <p188:txBody>
      <a:bodyPr/>
      <a:lstStyle/>
      <a:p>
        <a:r>
          <a:rPr lang="en-IN"/>
          <a:t>This slide needs to be addressed 27th August</a:t>
        </a:r>
      </a:p>
    </p188:txBody>
  </p188:cm>
</p188:cmLst>
</file>

<file path=ppt/comments/modernComment_10B_CB3727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C570D0-CA0E-46BD-BC60-45CD172B759D}" authorId="{BD33BF72-FC03-8E45-8A9D-525CD33F29DC}" created="2026-08-27T06:35:42.218">
    <pc:sldMkLst xmlns:pc="http://schemas.microsoft.com/office/powerpoint/2013/main/command">
      <pc:docMk/>
      <pc:sldMk cId="3409389446" sldId="267"/>
    </pc:sldMkLst>
    <p188:replyLst>
      <p188:reply id="{91894B16-8E12-4463-A623-5706977CB672}" authorId="{BD33BF72-FC03-8E45-8A9D-525CD33F29DC}" created="2026-08-27T06:42:18.537">
        <p188:txBody>
          <a:bodyPr/>
          <a:lstStyle/>
          <a:p>
            <a:r>
              <a:rPr lang="en-IN"/>
              <a:t>Vercel slide 13</a:t>
            </a:r>
          </a:p>
        </p188:txBody>
      </p188:reply>
    </p188:replyLst>
    <p188:txBody>
      <a:bodyPr/>
      <a:lstStyle/>
      <a:p>
        <a:r>
          <a:rPr lang="en-IN"/>
          <a:t>Yet to be addressed </a:t>
        </a:r>
      </a:p>
    </p188:txBody>
  </p188:cm>
</p188:cmLst>
</file>

<file path=ppt/comments/modernComment_10C_BAABBC5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535A75-002B-45ED-B6A5-1720AEF9E422}" authorId="{BD33BF72-FC03-8E45-8A9D-525CD33F29DC}" created="2026-08-27T06:43:51.914">
    <pc:sldMkLst xmlns:pc="http://schemas.microsoft.com/office/powerpoint/2013/main/command">
      <pc:docMk/>
      <pc:sldMk cId="3131817046" sldId="268"/>
    </pc:sldMkLst>
    <p188:txBody>
      <a:bodyPr/>
      <a:lstStyle/>
      <a:p>
        <a:r>
          <a:rPr lang="en-IN"/>
          <a:t>Remove the subheading in the vercel
&amp; rest needs to be addressed as per this template</a:t>
        </a:r>
      </a:p>
    </p188:txBody>
  </p188:cm>
</p188:cmLst>
</file>

<file path=ppt/comments/modernComment_101_6A0336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1F6168-8F80-4D71-9C24-9593E33AB108}" authorId="{BD33BF72-FC03-8E45-8A9D-525CD33F29DC}" created="2026-08-27T06:33:59.566">
    <pc:sldMkLst xmlns:pc="http://schemas.microsoft.com/office/powerpoint/2013/main/command">
      <pc:docMk/>
      <pc:sldMk cId="1778595555" sldId="257"/>
    </pc:sldMkLst>
    <p188:txBody>
      <a:bodyPr/>
      <a:lstStyle/>
      <a:p>
        <a:r>
          <a:rPr lang="en-IN"/>
          <a:t>This slide needs to be addressed 27th August 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050C-2628-EFDB-3419-CE85C694B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2B825-CFC4-3DBB-90DE-2FC111A40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EBC39-B6A0-428D-D327-DDA9AEB2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C5076-6604-04BC-AD09-8ABC7A73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5F906-D580-6604-AD69-25FAE3D8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7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9F68-6F72-1168-F6F1-A6ABE887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02F6-6BB1-74CB-852E-5EA6E71FB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73A12-51E9-37E4-9D0A-A3A89EEA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D8149-2C7A-C59D-03F4-A990BDA2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F51D3-7331-126F-0630-975D157C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1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F96C-5CDA-28B9-DF57-72F9CAA4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6051D-BBA1-8956-EC50-F0E9E1964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5DD0C-C51C-D448-E2D4-3DB291AC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A86F-9F50-139E-C801-55F64EDA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DCF6E-897F-1651-511E-0F856FA1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26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ADED-7EB1-D60D-D17F-E15546C9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0AE1-AB93-9CE4-189B-DAA8B0A68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A4EAF-E707-DAC6-5A7C-7A3D0A20A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1D163-87C9-E745-F04D-C293B9BC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E21C-23E8-66FC-500E-0F98B06D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D77B4-7ED3-D6B4-B18A-85087696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56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E769-2B09-C400-BBD4-793321D8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91404-B606-9525-CA79-C5932B116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A0B0E-253D-85BF-2D59-1CDF6E727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407E7-9567-EBE7-5E12-905C59B45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0DCF1-BDC8-C373-6C4C-4CD1B7F15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4F8B9-EC62-76ED-AC58-C3FADBBB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71D36-B235-BF62-04A6-736DB700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F35D2E-7A20-603D-175B-CC7D497F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52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21FD-08A7-AF78-14D2-DD03E3FC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AED0D-72C3-0E66-E511-DE762200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2C3E5-2CD3-B517-6A2E-77424F5F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1DC71-4BF7-F271-459A-B4EA9168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06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5190F-1376-8276-44B0-32C3825A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420050-B2C4-2E4B-20DF-E4264CF5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810C9-13EC-D41C-6572-B35AD5A2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21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B541-B5B4-9B08-CC64-56D31C73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C8B16-87FF-04FF-0DC6-6F50060B6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3CE11-AACB-C277-BFFC-4F822495E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F9ECD-A839-3CD3-2472-ED57A553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31E97-C63D-8112-264C-D2060DF3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C3B34-A25E-579E-80A8-A7B6F9DA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19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0193-7382-6B04-1CDB-59029E6A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2093B-EC26-D8CE-FA75-191BC2FEE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A28EA-1934-AAB6-C278-C6BEE216E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E1858-C00D-18E5-42F8-BA463048C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2DD43-5724-2AEC-ED7D-9942CC80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BB532-87DD-62D3-85B3-DCD7D3DE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55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4760-2FDC-85EA-649A-E19AF0E5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5BFAE-953A-924B-CA8B-F187E6D74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2C474-93E3-19E9-0C50-84342529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62511-59AA-0F61-9F76-0BF6DC73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D6688-014D-F4D8-8EDD-D37AACE9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5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48B57E-EB2F-4557-C433-92DA5A18E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E6220-A102-B31C-54AF-C3CE10C52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9E471-E3BC-56A0-082F-7853AC8A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8B191-C005-C88D-90EC-126D6FAB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3A97F-8768-A129-D89D-B32FA123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4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E87F8-4932-1825-3CA9-57FD190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0CE2E-9261-672C-D0D1-4419D8BEE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E71F2-6913-6CEB-E0B2-576E3F2EA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85298-5457-42E9-A39E-183C72FE406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0271C-F259-CEEA-DF1F-ECA1D7F57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F2D9-B0CC-A63A-1A15-65739E976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D77F4-B218-47CB-B7E5-453FD78FB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03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6A0336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5983EDA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CB37278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BAABBC5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D575BA-A5CF-9844-1DA6-1CD6B31D686D}"/>
              </a:ext>
            </a:extLst>
          </p:cNvPr>
          <p:cNvSpPr txBox="1"/>
          <p:nvPr/>
        </p:nvSpPr>
        <p:spPr>
          <a:xfrm>
            <a:off x="707570" y="381000"/>
            <a:ext cx="5388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 1 looks fine for DOM logo to be changed </a:t>
            </a:r>
          </a:p>
        </p:txBody>
      </p:sp>
    </p:spTree>
    <p:extLst>
      <p:ext uri="{BB962C8B-B14F-4D97-AF65-F5344CB8AC3E}">
        <p14:creationId xmlns:p14="http://schemas.microsoft.com/office/powerpoint/2010/main" val="170532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BFED-9C9D-C12F-5E29-5036CB6D9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674" y="1405039"/>
            <a:ext cx="8403772" cy="2503475"/>
          </a:xfrm>
        </p:spPr>
        <p:txBody>
          <a:bodyPr>
            <a:normAutofit/>
          </a:bodyPr>
          <a:lstStyle/>
          <a:p>
            <a:r>
              <a:rPr lang="kn-IN" b="1" dirty="0"/>
              <a:t>ಚೇಂಜ್ ಚಾಂಪಿಯನ್ ವಲಯ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B9F2A-9B53-845D-EF0D-3E5A4D4316C3}"/>
              </a:ext>
            </a:extLst>
          </p:cNvPr>
          <p:cNvSpPr txBox="1"/>
          <p:nvPr/>
        </p:nvSpPr>
        <p:spPr>
          <a:xfrm>
            <a:off x="620486" y="272143"/>
            <a:ext cx="119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2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136CDE-8EF4-A95E-C7F9-111697AB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9456"/>
            <a:ext cx="8850086" cy="1349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a-I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E148F-C1CE-4BAE-7E65-BF72D97F16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560" y="7417072"/>
            <a:ext cx="3833890" cy="5196842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6D2CE8D-C10D-2161-07FB-7F688E1C5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034" y="3045769"/>
            <a:ext cx="8850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IN" dirty="0" err="1"/>
              <a:t>ನಿಮ್ಮ</a:t>
            </a:r>
            <a:r>
              <a:rPr lang="en-IN" dirty="0"/>
              <a:t> </a:t>
            </a:r>
            <a:r>
              <a:rPr lang="en-IN" dirty="0" err="1"/>
              <a:t>ಬದಲಾವಣೆಯ</a:t>
            </a:r>
            <a:r>
              <a:rPr lang="en-IN" dirty="0"/>
              <a:t> </a:t>
            </a:r>
            <a:r>
              <a:rPr lang="en-IN" dirty="0" err="1"/>
              <a:t>ಕಥೆಗಳನ್ನು</a:t>
            </a:r>
            <a:r>
              <a:rPr lang="en-IN" dirty="0"/>
              <a:t> </a:t>
            </a:r>
            <a:r>
              <a:rPr lang="en-IN" dirty="0" err="1"/>
              <a:t>ಸೆರೆಹಿಡಿದು</a:t>
            </a:r>
            <a:r>
              <a:rPr lang="en-IN" dirty="0"/>
              <a:t> </a:t>
            </a:r>
            <a:r>
              <a:rPr lang="en-IN" dirty="0" err="1"/>
              <a:t>ಇಡಬಹುದಂತಹ</a:t>
            </a:r>
            <a:r>
              <a:rPr lang="en-IN" dirty="0"/>
              <a:t> </a:t>
            </a:r>
            <a:r>
              <a:rPr lang="en-IN" dirty="0" err="1"/>
              <a:t>ಒಂದು</a:t>
            </a:r>
            <a:r>
              <a:rPr lang="en-IN" dirty="0"/>
              <a:t> </a:t>
            </a:r>
            <a:r>
              <a:rPr lang="en-IN" dirty="0" err="1"/>
              <a:t>ಪೆಟ್ಟಿಗೆ</a:t>
            </a:r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4CADD-CFCC-B49C-B5EE-7E5F5E6DE964}"/>
              </a:ext>
            </a:extLst>
          </p:cNvPr>
          <p:cNvSpPr txBox="1"/>
          <p:nvPr/>
        </p:nvSpPr>
        <p:spPr>
          <a:xfrm>
            <a:off x="10069286" y="183494"/>
            <a:ext cx="1937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Teacher Tip</a:t>
            </a:r>
          </a:p>
          <a:p>
            <a:r>
              <a:rPr lang="en-IN" dirty="0"/>
              <a:t>Distribute Making Change champion Box Instruction Annexure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BE2CE3-3E44-AB22-E53E-EE3E35C62C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719" b="8411"/>
          <a:stretch/>
        </p:blipFill>
        <p:spPr bwMode="auto">
          <a:xfrm>
            <a:off x="9271635" y="2656776"/>
            <a:ext cx="1467485" cy="1905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72B811-2FF9-9FFC-4307-0667B767BE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411" r="54839"/>
          <a:stretch/>
        </p:blipFill>
        <p:spPr bwMode="auto">
          <a:xfrm>
            <a:off x="9271635" y="4468474"/>
            <a:ext cx="1753235" cy="2161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9081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553F6D-A4AE-1519-82E5-8FCA4B766D42}"/>
              </a:ext>
            </a:extLst>
          </p:cNvPr>
          <p:cNvSpPr txBox="1"/>
          <p:nvPr/>
        </p:nvSpPr>
        <p:spPr>
          <a:xfrm>
            <a:off x="130627" y="839092"/>
            <a:ext cx="5018315" cy="517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ಜನವರಿ</a:t>
            </a:r>
            <a:r>
              <a:rPr lang="en-GB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2019: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ಟೈಮ್ಸ್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ಆಫ಼್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ಇಂಡಿಯ</a:t>
            </a:r>
            <a:r>
              <a:rPr lang="en-GB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ಚೆನ್ನೈ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ಉಚಿತ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ಆರೋಗ್ಯ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ಸೇವೆ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ಇರುವಂತಹ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ಸರ್ಕಾರಿ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ಆಸ್ಪತ್ರೆಯಲ್ಲಿ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ಮಕ್ಕಳಿಗೆ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ಜನ್ಮ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ನೀಡಿದಂತಹ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ಮಹಿಳೆಯರ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ಅನೇಕ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ಕುಟುಂಬಗಳು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ಇಂದು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ದೂರು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ನೀಡಿದವು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IN" b="1" u="sng" cap="all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ವಾರ್ಡಿನ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ಸಹಾಯಕರಿಗೆ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ಕೆಲಸಮಾಡುವವರಿಗೆ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ಮತ್ತು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ಇತರೆ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ಸಿಬ್ಬಂದಿ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ವರ್ಗದವರಿಗೆ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ಅವರು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ಕನಿಷ್ಟಪಕ್ಷ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3,500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ರೂಗಳಷ್ಟು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ಲಂಚವನ್ನು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ನೀಡಬೇಕು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ಎಂದು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ಹೇಳಿದ್ದಾರೆ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ಅದರಲ್ಲೂ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ಗಂಡು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ಮಗು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ಹುಟ್ಟಿದಲ್ಲಿ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ಹೆಚ್ಚು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ಹಣವನ್ನು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ನೀಡಬೇಕು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IN" b="1" u="sng" cap="all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 indent="-179705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b="1" u="sng" cap="all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br>
              <a:rPr lang="en-GB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IN" dirty="0">
              <a:effectLst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F6547-9876-DF82-AA14-EAE84F0302A0}"/>
              </a:ext>
            </a:extLst>
          </p:cNvPr>
          <p:cNvSpPr txBox="1"/>
          <p:nvPr/>
        </p:nvSpPr>
        <p:spPr>
          <a:xfrm>
            <a:off x="130627" y="0"/>
            <a:ext cx="415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2 will become slide 3 &amp; use the below stories and Remove the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3DEE6-F329-4252-B34F-403F23632EB0}"/>
              </a:ext>
            </a:extLst>
          </p:cNvPr>
          <p:cNvSpPr txBox="1"/>
          <p:nvPr/>
        </p:nvSpPr>
        <p:spPr>
          <a:xfrm>
            <a:off x="5486399" y="504816"/>
            <a:ext cx="6433458" cy="6337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lang="e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2.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ಮಾರ್ಚಿ</a:t>
            </a:r>
            <a:r>
              <a:rPr lang="en-GB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17, 2017: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ಹಿಂದುಸ್ತಾನ್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ಟೈಮ್ಸ್</a:t>
            </a:r>
            <a:r>
              <a:rPr lang="en-GB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1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ಹೈದೆರಾಬಾದ್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ಆಸ್ಪತ್ರೆಯಲ್ಲಿ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ಗಾಲಿಕುರ್ಚಿಗೆ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ಲಂಚವನ್ನು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ನೀಡಲಾಗದೆ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ಒಬ್ಬ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ರೋಗಿಯು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ತನ್ನ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ಮಗನ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ಮೂರು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ಚಕ್ರದ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ಆಟದ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ಸೈಕಲ್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ಬಳಸಿದನು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IN" b="1" u="sng" cap="all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ಆಸ್ಪತ್ರೆಯಲ್ಲಿ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ಸಹಾಯಕರು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ಗಾಲಿ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ಕುರ್ಚಿಗಾಗಿ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100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ರಿಂದ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200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ರೂಗಳನ್ನು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ಕೊಡುವಂತೆ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ಕೇಳುತ್ತಿದ್ದುದರಿಂದ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ರೋಗಿಯ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ಹೆಂಡತಿಯು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ತನ್ನ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ಮಗನ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ಮೂರುಚಕ್ರದ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ಸೈಕಲ್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ಆಸ್ಪತ್ರೆಗೆ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ಭೇಟಿ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ನೀಡಿದಾಗ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ಒಳಗೆ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ಕರೆದುಕೊಂಡು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ಹೋಗಲು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ತರುತ್ತಿದ್ದಾಳೆ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40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ವರ್ಷ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ವಯಸ್ಸಾಗಿರುವ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ರಾಜುವಿಗೆ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ಕಳೆದ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ಆಗಸ್ಟ್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ತಿಂಗಳಿನಲ್ಲಿ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ವಿದ್ಯುತ್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ಶಾಕ್‍ನಿಂದ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ಸುಟ್ಟಗಾಯಗಳಾಗಿದ್ದು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ಅದರ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ಚಿಕಿತ್ಸೆಗಾಗಿ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ಆಗಾಗ್ಗೆ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ಆಸ್ಪತ್ರೆಗೆ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ಭೇಟಿ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ನೀಡುತ್ತಿದ್ದಾನೆ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ಅವನ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ಹೆಂಡತಿ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ಸಂತೋಷಿ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ವಾರ್ಡ್‍ಬಾಯ್‍ಗಳಿಗೆ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ಭಕ್ಷೀಸು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”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ಕೊಡಲು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ತನ್ನ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ಬಳಿ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ಹಣವಿರಲಿಲ್ಲವಾದ್ದರಿಂದ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ತನ್ನ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ಗಂಡನಿಗೆ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ಅವರು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ಗಾಲಿ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ಕುರ್ಚಿಯನ್ನು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ನೀಡಲಿಲ್ಲ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ಹಾಗಾಗಿ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ತಾವು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ಮೂರು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ಚಕ್ರದ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ಸೈಕಲ್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”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ಅನ್ನು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ಆಸ್ಪತ್ರೆಯಲ್ಲಿ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ಓಡಾಡಲು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ಬಳಸಬೇಕಾಯಿತು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ಎಂದು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ದೂರಿದ್ದಾಳೆ</a:t>
            </a:r>
            <a:r>
              <a:rPr lang="en-GB" b="0" u="none" strike="noStrike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IN" b="1" u="sng" cap="all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None/>
            </a:pPr>
            <a:endParaRPr lang="en-IN" b="1" u="sng" cap="all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5955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2A200F-7794-B8FB-B115-CB31856BFF94}"/>
              </a:ext>
            </a:extLst>
          </p:cNvPr>
          <p:cNvSpPr txBox="1"/>
          <p:nvPr/>
        </p:nvSpPr>
        <p:spPr>
          <a:xfrm>
            <a:off x="707570" y="381000"/>
            <a:ext cx="3701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3 to be changed into this and will become slide 4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46E7F-B672-21BC-A9CB-39A415977E22}"/>
              </a:ext>
            </a:extLst>
          </p:cNvPr>
          <p:cNvSpPr txBox="1"/>
          <p:nvPr/>
        </p:nvSpPr>
        <p:spPr>
          <a:xfrm>
            <a:off x="1262742" y="1119103"/>
            <a:ext cx="8686800" cy="4203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kn-IN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ಇಂತಹ ಸಂಗತಿಗಳು ಏಕೆ ಆಗುತ್ತವೆ</a:t>
            </a:r>
            <a:r>
              <a:rPr lang="en-GB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 </a:t>
            </a:r>
            <a:r>
              <a:rPr lang="kn-IN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ಇದರಿಂದ ನಿಮಗೆ ಏನೆನಿಸುತ್ತದೆ</a:t>
            </a:r>
            <a:r>
              <a:rPr lang="en-GB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</a:p>
          <a:p>
            <a:pPr marL="457200" lvl="0" indent="-4572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kn-IN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ಇದಕ್ಕೆ ಯಾರು ಜವಾಬ್ದಾರಿ ಎಂದು ನೀವು ಯೋಚಿಸುವಿರಿ</a:t>
            </a:r>
            <a:r>
              <a:rPr lang="en-GB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</a:p>
          <a:p>
            <a:pPr marL="457200" lvl="0" indent="-4572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kn-IN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ಒಬ್ಬ ಮನುಷ್ಯನಿಗೆ ಗಾಲಿ ಕುರ್ಚಿಯನ್ನು ಬಳಸಲು ನೀಡದೇ ಆಟದ ಮೂರು</a:t>
            </a:r>
            <a:r>
              <a:rPr lang="en-IN" sz="2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 </a:t>
            </a:r>
            <a:r>
              <a:rPr lang="kn-IN" sz="2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ಚಕ್ರದ ಸೈಕಲ್ ಅನ್ನು ನೀಡಿದಾಗ ಅವನಿಗೆ ಹೇಗೆ ಅನಿಸುವುದು ಎಂಬುದನ್ನು ಒಂದು ಕ್ಷಣ ನೀವು ಕಲ್ಪಿಸಿಕೊಳ್ಳಿ. </a:t>
            </a:r>
            <a:endParaRPr lang="en-IN" sz="22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71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58D3B-A63B-5B90-14ED-FE571B02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89255-0924-BE5A-7FB7-06879D5157CA}"/>
              </a:ext>
            </a:extLst>
          </p:cNvPr>
          <p:cNvSpPr txBox="1"/>
          <p:nvPr/>
        </p:nvSpPr>
        <p:spPr>
          <a:xfrm>
            <a:off x="707571" y="381000"/>
            <a:ext cx="1317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4 will become slide 5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EB9FA-3F99-D652-5A6A-2F74C0AB043E}"/>
              </a:ext>
            </a:extLst>
          </p:cNvPr>
          <p:cNvSpPr txBox="1"/>
          <p:nvPr/>
        </p:nvSpPr>
        <p:spPr>
          <a:xfrm>
            <a:off x="2460171" y="1505396"/>
            <a:ext cx="816428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ಕಥೆಗಳು ಅಥವಾ ಸನ್ನಿವೇಶಗಳಿರುವ ಹಾಳೆಗಳನ್ನು ಹಂಚುವುದು </a:t>
            </a:r>
            <a:endParaRPr lang="en-IN" sz="2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Nirmala UI" panose="020B0502040204020203" pitchFamily="34" charset="0"/>
            </a:endParaRPr>
          </a:p>
          <a:p>
            <a:pPr lvl="0"/>
            <a:endParaRPr lang="en-IN" sz="2800" dirty="0"/>
          </a:p>
          <a:p>
            <a:pPr lvl="0"/>
            <a:r>
              <a:rPr lang="kn-IN" sz="2800" dirty="0"/>
              <a:t>ಒಂದು - ಕಥೆಯು ತೋರಿಸುವ ಮೌಲ್ಯ ಅಥವಾ ಗುಣವನ್ನು</a:t>
            </a:r>
            <a:r>
              <a:rPr lang="en-GB" sz="2800" dirty="0"/>
              <a:t>, </a:t>
            </a:r>
            <a:r>
              <a:rPr lang="kn-IN" sz="2800" dirty="0"/>
              <a:t>ಯಾವುದೇ ಉತ್ತಮ ಮನುಷ್ಯನು ಅಳವಡಿಸಿಕೊಂಡು ಬದುಕಬೇಕಾದಂತಹದ್ದನ್ನು ಪಟ್ಟಿ ಮಾಡಿ </a:t>
            </a:r>
            <a:endParaRPr lang="en-IN" sz="2800" dirty="0"/>
          </a:p>
          <a:p>
            <a:pPr lvl="0"/>
            <a:endParaRPr lang="en-IN" sz="2800" dirty="0"/>
          </a:p>
          <a:p>
            <a:pPr lvl="0"/>
            <a:r>
              <a:rPr lang="kn-IN" sz="2800" dirty="0"/>
              <a:t>ಎರಡು - ಅಂತಹ ನಿರ್ದಿಷ್ಟ ಮೌಲ್ಯವನ್ನು ತೋರಿಸುವಂತಹ ಕ್ರಮ ಅಥವಾ ನಡವಳಿಕೆ</a:t>
            </a:r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3311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5CB3-38C0-ED62-97DC-FCFE21FB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BB7700-6759-1D85-BECD-378CC10357DD}"/>
              </a:ext>
            </a:extLst>
          </p:cNvPr>
          <p:cNvSpPr txBox="1"/>
          <p:nvPr/>
        </p:nvSpPr>
        <p:spPr>
          <a:xfrm>
            <a:off x="707571" y="381000"/>
            <a:ext cx="1317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4 will become slide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4739F-640D-198A-6344-51CCDB0FAD45}"/>
              </a:ext>
            </a:extLst>
          </p:cNvPr>
          <p:cNvSpPr txBox="1"/>
          <p:nvPr/>
        </p:nvSpPr>
        <p:spPr>
          <a:xfrm>
            <a:off x="2460171" y="150539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Video looks good</a:t>
            </a:r>
          </a:p>
        </p:txBody>
      </p:sp>
    </p:spTree>
    <p:extLst>
      <p:ext uri="{BB962C8B-B14F-4D97-AF65-F5344CB8AC3E}">
        <p14:creationId xmlns:p14="http://schemas.microsoft.com/office/powerpoint/2010/main" val="3446298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95C49-9DE5-FEAA-2AB4-C8CE1D3C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5E4963-A592-589C-EEC2-658E5279D3B8}"/>
              </a:ext>
            </a:extLst>
          </p:cNvPr>
          <p:cNvSpPr txBox="1"/>
          <p:nvPr/>
        </p:nvSpPr>
        <p:spPr>
          <a:xfrm>
            <a:off x="707571" y="381000"/>
            <a:ext cx="1317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5 will become slide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33AEA-030B-5ED7-53F9-3E798E430FBB}"/>
              </a:ext>
            </a:extLst>
          </p:cNvPr>
          <p:cNvSpPr txBox="1"/>
          <p:nvPr/>
        </p:nvSpPr>
        <p:spPr>
          <a:xfrm>
            <a:off x="2460171" y="150539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looks good</a:t>
            </a:r>
          </a:p>
        </p:txBody>
      </p:sp>
    </p:spTree>
    <p:extLst>
      <p:ext uri="{BB962C8B-B14F-4D97-AF65-F5344CB8AC3E}">
        <p14:creationId xmlns:p14="http://schemas.microsoft.com/office/powerpoint/2010/main" val="338983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FC75-FAFD-D261-0D97-C27B7E20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106398-8152-19B4-7F2A-1CC27B49D2FA}"/>
              </a:ext>
            </a:extLst>
          </p:cNvPr>
          <p:cNvSpPr txBox="1"/>
          <p:nvPr/>
        </p:nvSpPr>
        <p:spPr>
          <a:xfrm>
            <a:off x="707571" y="381000"/>
            <a:ext cx="1317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6 will become slide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70CAA-6532-7493-6DF5-CD37C7A2C1B5}"/>
              </a:ext>
            </a:extLst>
          </p:cNvPr>
          <p:cNvSpPr txBox="1"/>
          <p:nvPr/>
        </p:nvSpPr>
        <p:spPr>
          <a:xfrm>
            <a:off x="2460171" y="150539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Remove 1 </a:t>
            </a:r>
            <a:r>
              <a:rPr lang="en-IN" dirty="0" err="1"/>
              <a:t>ನಿಮಿಷದ</a:t>
            </a:r>
            <a:r>
              <a:rPr lang="en-IN" dirty="0"/>
              <a:t> </a:t>
            </a:r>
            <a:r>
              <a:rPr lang="en-IN" dirty="0" err="1"/>
              <a:t>ಟೈಮರ್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15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A30D5-FA6A-A1E2-A9C4-F2768659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53267A-2D60-75E4-A302-EBD977FA5D63}"/>
              </a:ext>
            </a:extLst>
          </p:cNvPr>
          <p:cNvSpPr txBox="1"/>
          <p:nvPr/>
        </p:nvSpPr>
        <p:spPr>
          <a:xfrm>
            <a:off x="707571" y="381000"/>
            <a:ext cx="1317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7 will become slide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261F5-2E4C-53A1-53E2-2DC0B617A06D}"/>
              </a:ext>
            </a:extLst>
          </p:cNvPr>
          <p:cNvSpPr txBox="1"/>
          <p:nvPr/>
        </p:nvSpPr>
        <p:spPr>
          <a:xfrm>
            <a:off x="2460171" y="150539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Change this </a:t>
            </a:r>
            <a:r>
              <a:rPr lang="en-IN" dirty="0" err="1"/>
              <a:t>ವತಿ-ವರತಿಯಾಗಿ</a:t>
            </a:r>
            <a:r>
              <a:rPr lang="en-IN" dirty="0"/>
              <a:t>, to this </a:t>
            </a:r>
            <a:r>
              <a:rPr lang="kn-IN" dirty="0"/>
              <a:t>ಒಬ್ಬರಾದ ಮೇಲೆ ಒಬ್ಬರಂತೆ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99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3763-25F1-E8A8-BB40-C640C7CF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AB9AD6-6F58-0C1B-C4B2-16FD0423DCCD}"/>
              </a:ext>
            </a:extLst>
          </p:cNvPr>
          <p:cNvSpPr txBox="1"/>
          <p:nvPr/>
        </p:nvSpPr>
        <p:spPr>
          <a:xfrm>
            <a:off x="707571" y="381000"/>
            <a:ext cx="13171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8 will become slide 10</a:t>
            </a:r>
          </a:p>
          <a:p>
            <a:endParaRPr lang="en-IN" dirty="0"/>
          </a:p>
          <a:p>
            <a:r>
              <a:rPr lang="en-IN" dirty="0"/>
              <a:t>Slide 9 will become slide 11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F230D-CF40-AB9A-7B07-ED62F1878B01}"/>
              </a:ext>
            </a:extLst>
          </p:cNvPr>
          <p:cNvSpPr txBox="1"/>
          <p:nvPr/>
        </p:nvSpPr>
        <p:spPr>
          <a:xfrm>
            <a:off x="2460171" y="150539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Both slides Looks Good</a:t>
            </a:r>
          </a:p>
        </p:txBody>
      </p:sp>
    </p:spTree>
    <p:extLst>
      <p:ext uri="{BB962C8B-B14F-4D97-AF65-F5344CB8AC3E}">
        <p14:creationId xmlns:p14="http://schemas.microsoft.com/office/powerpoint/2010/main" val="312396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521B-5EA5-C5DF-487A-3CCE25B8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1D2B5E-4E74-CB12-2193-CFE5275D9523}"/>
              </a:ext>
            </a:extLst>
          </p:cNvPr>
          <p:cNvSpPr txBox="1"/>
          <p:nvPr/>
        </p:nvSpPr>
        <p:spPr>
          <a:xfrm>
            <a:off x="2460171" y="1505396"/>
            <a:ext cx="6629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Audio is not working in the Video pls fix it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Make Choice as a reveal button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41AB8-419D-8405-CB99-B684449E2204}"/>
              </a:ext>
            </a:extLst>
          </p:cNvPr>
          <p:cNvSpPr txBox="1"/>
          <p:nvPr/>
        </p:nvSpPr>
        <p:spPr>
          <a:xfrm>
            <a:off x="707571" y="381000"/>
            <a:ext cx="131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10 will become slide 12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8182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AF18-4718-A4F1-3E93-D3E88F53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E9F409-52EF-2010-4649-566AF885D0BF}"/>
              </a:ext>
            </a:extLst>
          </p:cNvPr>
          <p:cNvSpPr txBox="1"/>
          <p:nvPr/>
        </p:nvSpPr>
        <p:spPr>
          <a:xfrm>
            <a:off x="2405743" y="1287681"/>
            <a:ext cx="6629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Video Content needs to be changed into this </a:t>
            </a:r>
          </a:p>
          <a:p>
            <a:endParaRPr lang="en-IN" dirty="0"/>
          </a:p>
          <a:p>
            <a:r>
              <a:rPr lang="kn-IN" dirty="0"/>
              <a:t>ಆರಂಭದಲ್ಲಿ ನಾನು ಓದಿದ ಆಸ್ಪತ್ರೆಯ ಕಥೆಯಲ್ಲಿ</a:t>
            </a:r>
            <a:r>
              <a:rPr lang="en-GB" b="1" dirty="0"/>
              <a:t>, </a:t>
            </a:r>
            <a:r>
              <a:rPr lang="kn-IN" dirty="0"/>
              <a:t>ಬಡಜನರಿಗೆ ಯಾವ ಆಯ್ಕೆಗಳು ಇತ್ತು</a:t>
            </a:r>
            <a:r>
              <a:rPr lang="en-GB" b="1" dirty="0"/>
              <a:t>? </a:t>
            </a:r>
            <a:r>
              <a:rPr lang="kn-IN" dirty="0"/>
              <a:t>ಅವರು ಒಂದುವೇಳೆ ಲಂಚವನ್ನು ಕೊಡದೇ ಇದ್ದರೆ</a:t>
            </a:r>
            <a:r>
              <a:rPr lang="en-GB" b="1" dirty="0"/>
              <a:t>, </a:t>
            </a:r>
            <a:r>
              <a:rPr lang="kn-IN" dirty="0"/>
              <a:t>ಖಾಯಿಲೆಯಾಗಿರುವ ಅವರ ಪ್ರೀತಿಪಾತ್ರರಿಗೆ ಏನಾಗುತ್ತದೆ</a:t>
            </a:r>
            <a:r>
              <a:rPr lang="en-GB" b="1" dirty="0"/>
              <a:t>? </a:t>
            </a:r>
          </a:p>
          <a:p>
            <a:endParaRPr lang="en-GB" b="1" dirty="0"/>
          </a:p>
          <a:p>
            <a:r>
              <a:rPr lang="en-GB" b="1" dirty="0"/>
              <a:t>Pause</a:t>
            </a:r>
            <a:r>
              <a:rPr lang="en-IN" b="1" dirty="0"/>
              <a:t> for 4 sec</a:t>
            </a:r>
          </a:p>
          <a:p>
            <a:endParaRPr lang="en-IN" b="1" dirty="0"/>
          </a:p>
          <a:p>
            <a:r>
              <a:rPr lang="kn-IN" dirty="0"/>
              <a:t>ಆಸ್ಪತ್ರೆಯ ಕಥೆಗಳಲ್ಲಿ</a:t>
            </a:r>
            <a:r>
              <a:rPr lang="en-GB" b="1" dirty="0"/>
              <a:t>, </a:t>
            </a:r>
            <a:r>
              <a:rPr lang="kn-IN" dirty="0"/>
              <a:t>ಆಸ್ಪತ್ರೆಯ ಸಿಬ್ಬಂದಿ ಮಾಡಿದಂತಹ ಆಯ್ಕೆ</a:t>
            </a:r>
            <a:r>
              <a:rPr lang="en-IN" dirty="0"/>
              <a:t> </a:t>
            </a:r>
            <a:r>
              <a:rPr lang="kn-IN" dirty="0"/>
              <a:t>ಏನಾಗಿತ್ತು </a:t>
            </a:r>
            <a:r>
              <a:rPr lang="en-IN" dirty="0"/>
              <a:t>?</a:t>
            </a:r>
            <a:endParaRPr lang="en-IN" b="1" dirty="0"/>
          </a:p>
          <a:p>
            <a:endParaRPr lang="en-IN" b="1" dirty="0"/>
          </a:p>
          <a:p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A9031-CDF2-601B-AE92-3CEC90F28E4E}"/>
              </a:ext>
            </a:extLst>
          </p:cNvPr>
          <p:cNvSpPr txBox="1"/>
          <p:nvPr/>
        </p:nvSpPr>
        <p:spPr>
          <a:xfrm>
            <a:off x="707571" y="381000"/>
            <a:ext cx="1317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11  &amp; 12 will become slide 13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3894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B1A1-B244-B421-0D65-9F958CF3A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08A1A-2EEE-6588-31A4-0C49C643E833}"/>
              </a:ext>
            </a:extLst>
          </p:cNvPr>
          <p:cNvSpPr txBox="1"/>
          <p:nvPr/>
        </p:nvSpPr>
        <p:spPr>
          <a:xfrm>
            <a:off x="707571" y="381000"/>
            <a:ext cx="131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13 will become slide 15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5F617-B8F9-3B8B-B23F-D3C6F04B3644}"/>
              </a:ext>
            </a:extLst>
          </p:cNvPr>
          <p:cNvSpPr txBox="1"/>
          <p:nvPr/>
        </p:nvSpPr>
        <p:spPr>
          <a:xfrm>
            <a:off x="2460171" y="1892297"/>
            <a:ext cx="6096000" cy="359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600"/>
              </a:spcBef>
            </a:pP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ನಾವು</a:t>
            </a:r>
            <a:r>
              <a:rPr lang="kn-IN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ಮಾಡುವ</a:t>
            </a:r>
            <a:r>
              <a:rPr lang="kn-IN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ಆಯ್ಕೆಗಳ</a:t>
            </a:r>
            <a:r>
              <a:rPr lang="kn-IN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ಆಧಾರದ</a:t>
            </a:r>
            <a:r>
              <a:rPr lang="kn-IN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ಮೇಲೆ</a:t>
            </a:r>
            <a:r>
              <a:rPr lang="kn-IN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ಬೆಳೆಸಿಕೊಳ್ಳುವ</a:t>
            </a:r>
            <a:r>
              <a:rPr lang="kn-IN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ಮೌಲ್ಯ</a:t>
            </a:r>
            <a:r>
              <a:rPr lang="e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 </a:t>
            </a:r>
            <a:r>
              <a:rPr lang="kn-I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ಯಾವುದು </a:t>
            </a:r>
            <a:r>
              <a:rPr lang="en-GB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</a:p>
          <a:p>
            <a:pPr lvl="0" algn="ctr">
              <a:lnSpc>
                <a:spcPct val="115000"/>
              </a:lnSpc>
              <a:spcBef>
                <a:spcPts val="600"/>
              </a:spcBef>
            </a:pPr>
            <a:endParaRPr lang="en-GB" sz="2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ctr">
              <a:lnSpc>
                <a:spcPct val="115000"/>
              </a:lnSpc>
              <a:spcBef>
                <a:spcPts val="600"/>
              </a:spcBef>
            </a:pPr>
            <a:r>
              <a:rPr lang="en-GB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Answer can be revealed</a:t>
            </a:r>
            <a:endParaRPr lang="en-GB" sz="2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ctr">
              <a:lnSpc>
                <a:spcPct val="115000"/>
              </a:lnSpc>
              <a:spcBef>
                <a:spcPts val="600"/>
              </a:spcBef>
            </a:pPr>
            <a:r>
              <a:rPr lang="kn-IN" sz="4500" b="1" dirty="0">
                <a:solidFill>
                  <a:schemeClr val="bg2">
                    <a:lumMod val="75000"/>
                  </a:schemeClr>
                </a:solidFill>
              </a:rPr>
              <a:t>ನೈತಿಕತೆ</a:t>
            </a:r>
            <a:endParaRPr lang="en-IN" sz="4500" b="1" dirty="0"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8170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60C51-B0E2-8EA4-B68B-0EB27809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3D3803-607B-1682-E937-0A66D59E01B6}"/>
              </a:ext>
            </a:extLst>
          </p:cNvPr>
          <p:cNvSpPr txBox="1"/>
          <p:nvPr/>
        </p:nvSpPr>
        <p:spPr>
          <a:xfrm>
            <a:off x="707571" y="381000"/>
            <a:ext cx="131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14 will become slide 16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74911-8927-2407-057C-70D6CC97B27A}"/>
              </a:ext>
            </a:extLst>
          </p:cNvPr>
          <p:cNvSpPr txBox="1"/>
          <p:nvPr/>
        </p:nvSpPr>
        <p:spPr>
          <a:xfrm>
            <a:off x="2024743" y="1674583"/>
            <a:ext cx="8251372" cy="413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en-IN" dirty="0"/>
              <a:t>Video to be changed using this content – 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kn-IN" dirty="0"/>
              <a:t>ಬನ್ನಿ</a:t>
            </a:r>
            <a:r>
              <a:rPr lang="en-GB" dirty="0"/>
              <a:t>, </a:t>
            </a:r>
            <a:r>
              <a:rPr lang="kn-IN" dirty="0"/>
              <a:t>ಈಗ ನಾವು ನಮ್ಮ ಶಾಲೆಯಲ್ಲಿ ಮಾಡಬಹುದಾದ ಕೆಲವು ಆಯ್ಕೆಗಳ ಬಗ್ಗೆ ಮಾತನಾಡೋಣ</a:t>
            </a:r>
            <a:endParaRPr lang="en-IN" dirty="0"/>
          </a:p>
          <a:p>
            <a:pPr lvl="0"/>
            <a:r>
              <a:rPr lang="kn-IN" dirty="0"/>
              <a:t>ಬದಲಾವಣೆಯ ಚಾಂಪಿಯನ್ ಪೆಟ್ಟಿಗೆಯಲ್ಲಿ ಆಗದೇ ಇರುವಂತಹ ಕಥೆಯನ್ನು ಬರೆದು ಹಾಕಿದರೆ ಏನಾಗುತ್ತದೆ</a:t>
            </a:r>
            <a:r>
              <a:rPr lang="en-GB" dirty="0"/>
              <a:t>? </a:t>
            </a:r>
          </a:p>
          <a:p>
            <a:pPr lvl="0"/>
            <a:endParaRPr lang="en-GB" dirty="0"/>
          </a:p>
          <a:p>
            <a:pPr lvl="0"/>
            <a:r>
              <a:rPr lang="kn-IN" dirty="0"/>
              <a:t>ನಾವು ಸುಳ್ಳನ್ನು ಬರೆದು ಹಾಕಿದರೆ ನಾವು ಬದಲಾವಣೆಯ ಚಾಂಪಿಯನ್ ಆಗುತ್ತೇವೆಯೇ</a:t>
            </a:r>
            <a:r>
              <a:rPr lang="en-GB" dirty="0"/>
              <a:t>?  </a:t>
            </a:r>
            <a:endParaRPr lang="en-IN" dirty="0"/>
          </a:p>
          <a:p>
            <a:pPr lvl="0"/>
            <a:r>
              <a:rPr lang="kn-IN" dirty="0"/>
              <a:t>ಖಾಲಿ ಚೀಟಿಗಳನ್ನು ಹಾಕುವುದು ಅಥವಾ ಬದಲಾವಣೆಯ ಚಾಂಪಿಯನ್ ಪೆಟ್ಟಿಗೆಯನ್ನು ಹಾಳು</a:t>
            </a:r>
            <a:endParaRPr lang="en-IN" dirty="0"/>
          </a:p>
          <a:p>
            <a:pPr lvl="0"/>
            <a:endParaRPr lang="en-IN" dirty="0"/>
          </a:p>
          <a:p>
            <a:pPr lvl="0"/>
            <a:r>
              <a:rPr lang="kn-IN" dirty="0"/>
              <a:t> ಮಾಡುವುದು </a:t>
            </a:r>
            <a:r>
              <a:rPr lang="en-GB" dirty="0"/>
              <a:t>- </a:t>
            </a:r>
            <a:r>
              <a:rPr lang="kn-IN" dirty="0"/>
              <a:t>ಇವೆಲ್ಲವೂ ನಮ್ಮ ಬಗ್ಗೆ</a:t>
            </a:r>
            <a:r>
              <a:rPr lang="en-GB" dirty="0"/>
              <a:t>, </a:t>
            </a:r>
            <a:r>
              <a:rPr lang="kn-IN" dirty="0"/>
              <a:t>ನಮ್ಮ ತರಗತಿ</a:t>
            </a:r>
            <a:r>
              <a:rPr lang="en-GB" dirty="0"/>
              <a:t>, </a:t>
            </a:r>
            <a:r>
              <a:rPr lang="kn-IN" dirty="0"/>
              <a:t>ನಮ್ಮ ಕ್ಲಬ್ ಬಗ್ಗೆ ಏನನ್ನು ಹೇಳುತ್ತವೆ</a:t>
            </a:r>
            <a:r>
              <a:rPr lang="en-GB" dirty="0"/>
              <a:t>? </a:t>
            </a:r>
            <a:endParaRPr lang="en-IN" dirty="0"/>
          </a:p>
          <a:p>
            <a:pPr lvl="0"/>
            <a:r>
              <a:rPr lang="kn-IN" dirty="0"/>
              <a:t>ನಾವು ನಮ್ಮ ಯೋಜನಾ ಕಾರ್ಯವನ್ನು ಗೂಗಲ್ ನಿಂದ ಅಥವಾ ಚಾಟ್ ಜಿಪಿಟಿ ಬಳಸಿ ನಕಲು ಮಾಡಿದರೆ</a:t>
            </a:r>
            <a:r>
              <a:rPr lang="en-GB" dirty="0"/>
              <a:t>, </a:t>
            </a:r>
            <a:r>
              <a:rPr lang="kn-IN" dirty="0"/>
              <a:t>ಸ್ವತಃ ನಾವೇ ಮಾಡದೇ ಇದ್ದರೆ ಏನಾಗುತ್ತದೆ</a:t>
            </a:r>
            <a:r>
              <a:rPr lang="en-GB" dirty="0"/>
              <a:t>? </a:t>
            </a:r>
          </a:p>
          <a:p>
            <a:pPr lvl="0"/>
            <a:endParaRPr lang="en-IN" dirty="0"/>
          </a:p>
          <a:p>
            <a:pPr lvl="0"/>
            <a:r>
              <a:rPr lang="kn-IN" dirty="0"/>
              <a:t>ನಾವು ನಿಜವಾಗಿಯೂ ಮಾಡದೇ ಇರುವ ಸಂಗತಿಯನ್ನು ಪ್ರಸ್ತುತ ಪಡಿಸಬೇಕಾದಾಗ ನಮಗೆ ಹೇಗೆನಿಸುತ್ತದೆ</a:t>
            </a:r>
            <a:r>
              <a:rPr lang="en-GB" dirty="0"/>
              <a:t>?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09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F10A7-375A-E13F-A7E3-1591899A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929B17-D52C-9AE3-F33A-A6D0A51AA7F5}"/>
              </a:ext>
            </a:extLst>
          </p:cNvPr>
          <p:cNvSpPr txBox="1"/>
          <p:nvPr/>
        </p:nvSpPr>
        <p:spPr>
          <a:xfrm>
            <a:off x="707571" y="381000"/>
            <a:ext cx="13171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B/w Slide 14  &amp; 15 new slide will become slide 18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83722-29C1-A425-A7EC-65B3E8640EC6}"/>
              </a:ext>
            </a:extLst>
          </p:cNvPr>
          <p:cNvSpPr txBox="1"/>
          <p:nvPr/>
        </p:nvSpPr>
        <p:spPr>
          <a:xfrm>
            <a:off x="2024743" y="2033811"/>
            <a:ext cx="8251372" cy="108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lang="kn-IN" sz="2800" dirty="0"/>
              <a:t>ಪ್ರತಿ ಚಿಕ್ಕ ಆಯ್ಕೆಗಳ ಮೂಲಕ ನಾವು ಎಂತಹ ವ್ಯಕ್ತಿಯಾಗುತ್ತಿದ್ದೇವೆ</a:t>
            </a:r>
            <a:r>
              <a:rPr lang="en-IN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7199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AF00-05B2-9653-E4CF-63DC298C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6F8380-8444-B6A4-7E1D-4DA35D5565FE}"/>
              </a:ext>
            </a:extLst>
          </p:cNvPr>
          <p:cNvSpPr txBox="1"/>
          <p:nvPr/>
        </p:nvSpPr>
        <p:spPr>
          <a:xfrm>
            <a:off x="707571" y="381000"/>
            <a:ext cx="131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15 will become slide 19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8CE31-E8D9-31D2-F067-BA858F098451}"/>
              </a:ext>
            </a:extLst>
          </p:cNvPr>
          <p:cNvSpPr txBox="1"/>
          <p:nvPr/>
        </p:nvSpPr>
        <p:spPr>
          <a:xfrm>
            <a:off x="3048000" y="2133424"/>
            <a:ext cx="60960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ಪ್ರತಿ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ನಾಣ್ಯಕ್ಕೂ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ಎರಡು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ಮುಖಗಳಿವೆ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.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ಜೀವನದಲ್ಲೂ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ಕುಡ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ಪ್ರತಿ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ಸಮಸ್ಯೆ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/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ವಿಷಯಕ್ಕೂ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ಒಂದಕ್ಕಿಂತ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ಹೆಚ್ಚು</a:t>
            </a:r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en-GB" sz="1100" dirty="0" err="1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ಪರಿಕಲ್ಪನೆಗಳಿರುತ್ತವೆ</a:t>
            </a:r>
            <a:endParaRPr lang="en-GB" sz="1100" dirty="0">
              <a:solidFill>
                <a:srgbClr val="000000"/>
              </a:solidFill>
              <a:effectLst/>
              <a:latin typeface="Nirmala UI" panose="020B0502040204020203" pitchFamily="34" charset="0"/>
              <a:ea typeface="Times New Roman" panose="02020603050405020304" pitchFamily="18" charset="0"/>
            </a:endParaRPr>
          </a:p>
          <a:p>
            <a:r>
              <a:rPr lang="en-US" dirty="0" err="1"/>
              <a:t>ನಾಣ್ಯದ</a:t>
            </a:r>
            <a:r>
              <a:rPr lang="en-US" dirty="0"/>
              <a:t> </a:t>
            </a:r>
            <a:r>
              <a:rPr lang="en-US" dirty="0" err="1"/>
              <a:t>ಎರಡೂ</a:t>
            </a:r>
            <a:r>
              <a:rPr lang="en-US" dirty="0"/>
              <a:t> </a:t>
            </a:r>
            <a:r>
              <a:rPr lang="en-US" dirty="0" err="1"/>
              <a:t>ಮುಖಗಳ</a:t>
            </a:r>
            <a:r>
              <a:rPr lang="en-US" dirty="0"/>
              <a:t> </a:t>
            </a:r>
            <a:r>
              <a:rPr lang="en-US" dirty="0" err="1"/>
              <a:t>ಚಿತ್ರವನ್ನು</a:t>
            </a:r>
            <a:r>
              <a:rPr lang="en-US" dirty="0"/>
              <a:t> </a:t>
            </a:r>
            <a:r>
              <a:rPr lang="en-US" dirty="0" err="1"/>
              <a:t>ಬಿಡಿ</a:t>
            </a:r>
            <a:r>
              <a:rPr lang="kn-IN" dirty="0"/>
              <a:t>ಸಿ </a:t>
            </a:r>
            <a:endParaRPr lang="en-IN" dirty="0"/>
          </a:p>
          <a:p>
            <a:endParaRPr lang="en-IN" sz="1100" dirty="0">
              <a:solidFill>
                <a:srgbClr val="000000"/>
              </a:solidFill>
              <a:effectLst/>
              <a:latin typeface="Nirmala UI" panose="020B0502040204020203" pitchFamily="34" charset="0"/>
              <a:ea typeface="Times New Roman" panose="02020603050405020304" pitchFamily="18" charset="0"/>
            </a:endParaRPr>
          </a:p>
          <a:p>
            <a:r>
              <a:rPr lang="en-US" b="1" dirty="0" err="1"/>
              <a:t>ಬದಿ</a:t>
            </a:r>
            <a:r>
              <a:rPr lang="en-US" b="1" dirty="0"/>
              <a:t> A:</a:t>
            </a:r>
            <a:r>
              <a:rPr lang="en-US" dirty="0"/>
              <a:t> </a:t>
            </a:r>
            <a:r>
              <a:rPr lang="en-US" dirty="0" err="1"/>
              <a:t>ಅವರು</a:t>
            </a:r>
            <a:r>
              <a:rPr lang="en-US" dirty="0"/>
              <a:t> </a:t>
            </a:r>
            <a:r>
              <a:rPr lang="en-US" dirty="0" err="1"/>
              <a:t>ಬೆಲೆ</a:t>
            </a:r>
            <a:r>
              <a:rPr lang="en-US" dirty="0"/>
              <a:t> </a:t>
            </a:r>
            <a:r>
              <a:rPr lang="en-US" dirty="0" err="1"/>
              <a:t>ನೀಡುವಂತಹದ್ದು</a:t>
            </a:r>
            <a:r>
              <a:rPr lang="en-US" dirty="0"/>
              <a:t>/</a:t>
            </a:r>
            <a:r>
              <a:rPr lang="en-US" dirty="0" err="1"/>
              <a:t>ಮೌಲ್ಯಯುತವಾದದ್ದು</a:t>
            </a:r>
            <a:r>
              <a:rPr lang="en-US" dirty="0"/>
              <a:t> (</a:t>
            </a:r>
            <a:r>
              <a:rPr lang="en-US" dirty="0" err="1"/>
              <a:t>ಉದಾ</a:t>
            </a:r>
            <a:r>
              <a:rPr lang="en-US" dirty="0"/>
              <a:t>., </a:t>
            </a:r>
            <a:r>
              <a:rPr lang="en-US" dirty="0" err="1"/>
              <a:t>ಪ್ರಾಮಾಣಿಕತೆ</a:t>
            </a:r>
            <a:r>
              <a:rPr lang="en-US" dirty="0"/>
              <a:t>, </a:t>
            </a:r>
            <a:r>
              <a:rPr lang="en-US" dirty="0" err="1"/>
              <a:t>ಸ್ನೇಹ</a:t>
            </a:r>
            <a:r>
              <a:rPr lang="en-US" dirty="0"/>
              <a:t>, </a:t>
            </a:r>
            <a:r>
              <a:rPr lang="en-US" dirty="0" err="1"/>
              <a:t>ವಿನೋದ</a:t>
            </a:r>
            <a:r>
              <a:rPr lang="en-US" dirty="0"/>
              <a:t>) </a:t>
            </a:r>
          </a:p>
          <a:p>
            <a:r>
              <a:rPr lang="en-US" b="1" dirty="0" err="1"/>
              <a:t>ಬದಿ</a:t>
            </a:r>
            <a:r>
              <a:rPr lang="en-US" b="1" dirty="0"/>
              <a:t> B:</a:t>
            </a:r>
            <a:r>
              <a:rPr lang="en-US" dirty="0"/>
              <a:t> </a:t>
            </a:r>
            <a:r>
              <a:rPr lang="en-US" dirty="0" err="1"/>
              <a:t>ಒಂದು</a:t>
            </a:r>
            <a:r>
              <a:rPr lang="en-US" dirty="0"/>
              <a:t> </a:t>
            </a:r>
            <a:r>
              <a:rPr lang="en-US" dirty="0" err="1"/>
              <a:t>ಸವಾಲು</a:t>
            </a:r>
            <a:r>
              <a:rPr lang="en-US" dirty="0"/>
              <a:t> </a:t>
            </a:r>
            <a:r>
              <a:rPr lang="kn-IN" dirty="0"/>
              <a:t>ಅಥವಾ</a:t>
            </a:r>
            <a:r>
              <a:rPr lang="en-US" dirty="0"/>
              <a:t> </a:t>
            </a:r>
            <a:r>
              <a:rPr lang="en-US" dirty="0" err="1"/>
              <a:t>ವಿರುದ್ಧವಾದ</a:t>
            </a:r>
            <a:r>
              <a:rPr lang="en-US" dirty="0"/>
              <a:t> </a:t>
            </a:r>
            <a:r>
              <a:rPr lang="en-US" dirty="0" err="1"/>
              <a:t>ಕಲ್ಪನೆ</a:t>
            </a:r>
            <a:r>
              <a:rPr lang="en-US" dirty="0"/>
              <a:t>  (</a:t>
            </a:r>
            <a:r>
              <a:rPr lang="en-US" dirty="0" err="1"/>
              <a:t>ಉದಾ</a:t>
            </a:r>
            <a:r>
              <a:rPr lang="en-US" dirty="0"/>
              <a:t>., </a:t>
            </a:r>
            <a:r>
              <a:rPr lang="en-US" dirty="0" err="1"/>
              <a:t>ಅಪ್ರಾಮಾಣಿಕತೆ</a:t>
            </a:r>
            <a:r>
              <a:rPr lang="en-US" dirty="0"/>
              <a:t>, </a:t>
            </a:r>
            <a:r>
              <a:rPr lang="en-US" dirty="0" err="1"/>
              <a:t>ಸಂಘರ್ಷ</a:t>
            </a:r>
            <a:r>
              <a:rPr lang="en-US" dirty="0"/>
              <a:t>, </a:t>
            </a:r>
            <a:r>
              <a:rPr lang="en-US" dirty="0" err="1"/>
              <a:t>ಬೇಸರ</a:t>
            </a:r>
            <a:r>
              <a:rPr lang="en-US" dirty="0"/>
              <a:t>). </a:t>
            </a:r>
            <a:endParaRPr lang="en-GB" sz="1100" dirty="0">
              <a:solidFill>
                <a:srgbClr val="000000"/>
              </a:solidFill>
              <a:effectLst/>
              <a:latin typeface="Nirmala UI" panose="020B0502040204020203" pitchFamily="34" charset="0"/>
              <a:ea typeface="Times New Roman" panose="02020603050405020304" pitchFamily="18" charset="0"/>
            </a:endParaRPr>
          </a:p>
          <a:p>
            <a:r>
              <a:rPr lang="en-GB" sz="1100" dirty="0">
                <a:solidFill>
                  <a:srgbClr val="000000"/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283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1E1A-AC9D-52C6-437A-E8FD7DD7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07E57B-136F-D139-6B32-727CBF14E9FA}"/>
              </a:ext>
            </a:extLst>
          </p:cNvPr>
          <p:cNvSpPr txBox="1"/>
          <p:nvPr/>
        </p:nvSpPr>
        <p:spPr>
          <a:xfrm>
            <a:off x="707571" y="381000"/>
            <a:ext cx="131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New slide will become 20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74CA2-CBCB-630A-6014-971AC3FD4E98}"/>
              </a:ext>
            </a:extLst>
          </p:cNvPr>
          <p:cNvSpPr txBox="1"/>
          <p:nvPr/>
        </p:nvSpPr>
        <p:spPr>
          <a:xfrm>
            <a:off x="3048000" y="213342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ನಾವು</a:t>
            </a:r>
            <a:r>
              <a:rPr lang="en-US" dirty="0"/>
              <a:t> </a:t>
            </a:r>
            <a:r>
              <a:rPr lang="en-US" dirty="0" err="1"/>
              <a:t>ನಾಣ್ಯದ</a:t>
            </a:r>
            <a:r>
              <a:rPr lang="en-US" dirty="0"/>
              <a:t> </a:t>
            </a:r>
            <a:r>
              <a:rPr lang="en-US" dirty="0" err="1"/>
              <a:t>ಒಂದೇ</a:t>
            </a:r>
            <a:r>
              <a:rPr lang="en-US" dirty="0"/>
              <a:t> </a:t>
            </a:r>
            <a:r>
              <a:rPr lang="en-US" dirty="0" err="1"/>
              <a:t>ಬದಿಯನ್ನು</a:t>
            </a:r>
            <a:r>
              <a:rPr lang="en-US" dirty="0"/>
              <a:t>/</a:t>
            </a:r>
            <a:r>
              <a:rPr lang="en-US" dirty="0" err="1"/>
              <a:t>ಮುಖವನ್ನು</a:t>
            </a:r>
            <a:r>
              <a:rPr lang="en-US" dirty="0"/>
              <a:t> </a:t>
            </a:r>
            <a:r>
              <a:rPr lang="en-US" dirty="0" err="1"/>
              <a:t>ನೋಡಿದರೆ</a:t>
            </a:r>
            <a:r>
              <a:rPr lang="en-US" dirty="0"/>
              <a:t> </a:t>
            </a:r>
            <a:r>
              <a:rPr lang="en-US" dirty="0" err="1"/>
              <a:t>ಏನಾಗುತ್ತದೆ</a:t>
            </a:r>
            <a:r>
              <a:rPr lang="en-US" dirty="0"/>
              <a:t>? </a:t>
            </a: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 err="1"/>
              <a:t>ಎರಡೂ</a:t>
            </a:r>
            <a:r>
              <a:rPr lang="en-US" dirty="0"/>
              <a:t> </a:t>
            </a:r>
            <a:r>
              <a:rPr lang="en-US" dirty="0" err="1"/>
              <a:t>ಬದಿಗಳನ್ನೂ</a:t>
            </a:r>
            <a:r>
              <a:rPr lang="en-US" dirty="0"/>
              <a:t> </a:t>
            </a:r>
            <a:r>
              <a:rPr lang="en-US" dirty="0" err="1"/>
              <a:t>ನಮ್ಮೊಳಗೇ</a:t>
            </a:r>
            <a:r>
              <a:rPr lang="en-US" dirty="0"/>
              <a:t> </a:t>
            </a:r>
            <a:r>
              <a:rPr lang="en-US" dirty="0" err="1"/>
              <a:t>ನೋಡುವುದರಿಂದ</a:t>
            </a:r>
            <a:r>
              <a:rPr lang="en-US" dirty="0"/>
              <a:t> </a:t>
            </a:r>
            <a:r>
              <a:rPr lang="en-US" dirty="0" err="1"/>
              <a:t>ಅದು</a:t>
            </a:r>
            <a:r>
              <a:rPr lang="en-US" dirty="0"/>
              <a:t> </a:t>
            </a:r>
            <a:r>
              <a:rPr lang="en-US" dirty="0" err="1"/>
              <a:t>ನಮಗೆ</a:t>
            </a:r>
            <a:r>
              <a:rPr lang="en-US" dirty="0"/>
              <a:t> </a:t>
            </a:r>
            <a:r>
              <a:rPr lang="en-US" dirty="0" err="1"/>
              <a:t>ನ್ಯಾಯಯುತ</a:t>
            </a:r>
            <a:r>
              <a:rPr lang="en-US" dirty="0"/>
              <a:t> </a:t>
            </a:r>
            <a:r>
              <a:rPr lang="en-US" dirty="0" err="1"/>
              <a:t>ಆಯ್ಕೆಗಳನ್ನು</a:t>
            </a:r>
            <a:r>
              <a:rPr lang="en-US" dirty="0"/>
              <a:t> </a:t>
            </a:r>
            <a:r>
              <a:rPr lang="en-US" dirty="0" err="1"/>
              <a:t>ಮಾಡಿಕೊಳ್ಳಲು</a:t>
            </a:r>
            <a:r>
              <a:rPr lang="en-US" dirty="0"/>
              <a:t> </a:t>
            </a:r>
            <a:r>
              <a:rPr lang="en-US" dirty="0" err="1"/>
              <a:t>ಹೇಗೆ</a:t>
            </a:r>
            <a:r>
              <a:rPr lang="en-US" dirty="0"/>
              <a:t> </a:t>
            </a:r>
            <a:r>
              <a:rPr lang="en-US" dirty="0" err="1"/>
              <a:t>ಸಹಾಯ</a:t>
            </a:r>
            <a:r>
              <a:rPr lang="en-US" dirty="0"/>
              <a:t> </a:t>
            </a:r>
            <a:r>
              <a:rPr lang="en-US" dirty="0" err="1"/>
              <a:t>ಮಾಡುತ್ತದೆ</a:t>
            </a:r>
            <a:r>
              <a:rPr lang="en-US" dirty="0"/>
              <a:t>?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52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2F2519-ECC4-138E-4B62-A144B0A32DAB}"/>
              </a:ext>
            </a:extLst>
          </p:cNvPr>
          <p:cNvSpPr txBox="1"/>
          <p:nvPr/>
        </p:nvSpPr>
        <p:spPr>
          <a:xfrm>
            <a:off x="762000" y="457200"/>
            <a:ext cx="2634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16 which will become 21  looks good</a:t>
            </a:r>
          </a:p>
        </p:txBody>
      </p:sp>
    </p:spTree>
    <p:extLst>
      <p:ext uri="{BB962C8B-B14F-4D97-AF65-F5344CB8AC3E}">
        <p14:creationId xmlns:p14="http://schemas.microsoft.com/office/powerpoint/2010/main" val="121709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C747-F60E-058E-8FD5-ACF19EE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7B7B6B-492F-6695-57ED-D4CCF6C8F3CE}"/>
              </a:ext>
            </a:extLst>
          </p:cNvPr>
          <p:cNvSpPr txBox="1"/>
          <p:nvPr/>
        </p:nvSpPr>
        <p:spPr>
          <a:xfrm>
            <a:off x="762000" y="457200"/>
            <a:ext cx="2634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Slide 17 which will become 22 video needs to be removed and keep Thank you slide</a:t>
            </a:r>
          </a:p>
        </p:txBody>
      </p:sp>
    </p:spTree>
    <p:extLst>
      <p:ext uri="{BB962C8B-B14F-4D97-AF65-F5344CB8AC3E}">
        <p14:creationId xmlns:p14="http://schemas.microsoft.com/office/powerpoint/2010/main" val="394269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672</Words>
  <Application>Microsoft Office PowerPoint</Application>
  <PresentationFormat>Widescreen</PresentationFormat>
  <Paragraphs>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Nirmala UI</vt:lpstr>
      <vt:lpstr>Office Theme</vt:lpstr>
      <vt:lpstr>PowerPoint Presentation</vt:lpstr>
      <vt:lpstr>ಚೇಂಜ್ ಚಾಂಪಿಯನ್ ವಲಯ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KG</dc:creator>
  <cp:lastModifiedBy>Ashwini KG</cp:lastModifiedBy>
  <cp:revision>2</cp:revision>
  <dcterms:created xsi:type="dcterms:W3CDTF">2026-07-16T17:47:49Z</dcterms:created>
  <dcterms:modified xsi:type="dcterms:W3CDTF">2026-08-27T06:51:58Z</dcterms:modified>
</cp:coreProperties>
</file>