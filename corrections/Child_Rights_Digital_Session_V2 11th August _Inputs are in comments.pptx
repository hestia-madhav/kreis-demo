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B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C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1_0.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1" r:id="rId2"/>
    <p:sldId id="279" r:id="rId3"/>
    <p:sldId id="280" r:id="rId4"/>
    <p:sldId id="261" r:id="rId5"/>
    <p:sldId id="262" r:id="rId6"/>
    <p:sldId id="264" r:id="rId7"/>
    <p:sldId id="267" r:id="rId8"/>
    <p:sldId id="278" r:id="rId9"/>
    <p:sldId id="268" r:id="rId10"/>
    <p:sldId id="270" r:id="rId11"/>
    <p:sldId id="271" r:id="rId12"/>
    <p:sldId id="273" r:id="rId13"/>
    <p:sldId id="274" r:id="rId14"/>
    <p:sldId id="276" r:id="rId15"/>
    <p:sldId id="28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33BF72-FC03-8E45-8A9D-525CD33F29DC}" name="Ashwini KG" initials="RMB" userId="Ashwini KG"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5" d="100"/>
          <a:sy n="45" d="100"/>
        </p:scale>
        <p:origin x="52" y="4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B008D931-97F6-48FA-9733-EA7D66655869}" authorId="{BD33BF72-FC03-8E45-8A9D-525CD33F29DC}" created="2026-08-11T12:48:48.370">
    <ac:deMkLst xmlns:ac="http://schemas.microsoft.com/office/drawing/2013/main/command">
      <pc:docMk xmlns:pc="http://schemas.microsoft.com/office/powerpoint/2013/main/command"/>
      <pc:sldMk xmlns:pc="http://schemas.microsoft.com/office/powerpoint/2013/main/command" cId="0" sldId="267"/>
      <ac:spMk id="7" creationId="{00000000-0000-0000-0000-000000000000}"/>
    </ac:deMkLst>
    <p188:txBody>
      <a:bodyPr/>
      <a:lstStyle/>
      <a:p>
        <a:r>
          <a:rPr lang="en-IN"/>
          <a:t>After 5 minutes there should be pause with sound and followed by that children exchange their sheets</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7EF844A5-8776-49D9-9687-5A68B33CFCCE}" authorId="{BD33BF72-FC03-8E45-8A9D-525CD33F29DC}" created="2026-08-11T13:04:53.145">
    <pc:sldMkLst xmlns:pc="http://schemas.microsoft.com/office/powerpoint/2013/main/command">
      <pc:docMk/>
      <pc:sldMk cId="0" sldId="268"/>
    </pc:sldMkLst>
    <p188:txBody>
      <a:bodyPr/>
      <a:lstStyle/>
      <a:p>
        <a:r>
          <a:rPr lang="en-IN"/>
          <a:t>Asset to be developed </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6DAE6E52-AC64-49BE-9E67-711EEFBE1754}" authorId="{BD33BF72-FC03-8E45-8A9D-525CD33F29DC}" created="2026-08-11T13:40:59.656">
    <ac:deMkLst xmlns:ac="http://schemas.microsoft.com/office/drawing/2013/main/command">
      <pc:docMk xmlns:pc="http://schemas.microsoft.com/office/powerpoint/2013/main/command"/>
      <pc:sldMk xmlns:pc="http://schemas.microsoft.com/office/powerpoint/2013/main/command" cId="0" sldId="273"/>
      <ac:spMk id="4" creationId="{00000000-0000-0000-0000-000000000000}"/>
    </ac:deMkLst>
    <p188:txBody>
      <a:bodyPr/>
      <a:lstStyle/>
      <a:p>
        <a:r>
          <a:rPr lang="en-IN"/>
          <a:t>MC to say  all this by coming on to screen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967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2388-EC6A-53F1-2E04-D2FA3EDCE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F5393-AC80-9F82-E63B-455D679A2DE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9CBBCE0-8798-D367-8225-183D44B57D8B}"/>
              </a:ext>
            </a:extLst>
          </p:cNvPr>
          <p:cNvSpPr>
            <a:spLocks noGrp="1"/>
          </p:cNvSpPr>
          <p:nvPr>
            <p:ph type="body" idx="1"/>
          </p:nvPr>
        </p:nvSpPr>
        <p:spPr/>
        <p:txBody>
          <a:bodyPr/>
          <a:lstStyle/>
          <a:p>
            <a:r>
              <a:rPr lang="en-US" dirty="0"/>
              <a:t>ON THE BOARD: photo card image + the story text, while the AUDIO CLIP (pre-recorded narration) plays through the classroom app. Teacher stands with the class, can tap pause at the marked breaks in the original guide, and picks up live narration if the clip needs to stop early.</a:t>
            </a:r>
          </a:p>
        </p:txBody>
      </p:sp>
      <p:sp>
        <p:nvSpPr>
          <p:cNvPr id="4" name="Slide Number Placeholder 3">
            <a:extLst>
              <a:ext uri="{FF2B5EF4-FFF2-40B4-BE49-F238E27FC236}">
                <a16:creationId xmlns:a16="http://schemas.microsoft.com/office/drawing/2014/main" id="{00473FD7-474E-3E4F-4A01-EA5090C41B00}"/>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14583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F482-E7BA-7D20-40E4-5919D3F48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7E7A8-BAD1-612F-4B2B-0A0F16C259E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2A65A46-97CB-30C4-30FE-0A7676249BAF}"/>
              </a:ext>
            </a:extLst>
          </p:cNvPr>
          <p:cNvSpPr>
            <a:spLocks noGrp="1"/>
          </p:cNvSpPr>
          <p:nvPr>
            <p:ph type="body" idx="1"/>
          </p:nvPr>
        </p:nvSpPr>
        <p:spPr/>
        <p:txBody>
          <a:bodyPr/>
          <a:lstStyle/>
          <a:p>
            <a:r>
              <a:rPr lang="en-US" dirty="0"/>
              <a:t>ON THE BOARD: photo card image + the story text, while the AUDIO CLIP (pre-recorded narration) plays through the classroom app. Teacher stands with the class, can tap pause at the marked breaks in the original guide, and picks up live narration if the clip needs to stop early.</a:t>
            </a:r>
          </a:p>
        </p:txBody>
      </p:sp>
      <p:sp>
        <p:nvSpPr>
          <p:cNvPr id="4" name="Slide Number Placeholder 3">
            <a:extLst>
              <a:ext uri="{FF2B5EF4-FFF2-40B4-BE49-F238E27FC236}">
                <a16:creationId xmlns:a16="http://schemas.microsoft.com/office/drawing/2014/main" id="{16B0BF32-BD92-762A-B99E-6F19088703A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52639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889BE-C054-BF31-B91E-231A4BB05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1DA0E7-4187-339D-280A-B7E18B5D4C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452CA04-A8B4-6664-0085-8A6B7B0211DA}"/>
              </a:ext>
            </a:extLst>
          </p:cNvPr>
          <p:cNvSpPr>
            <a:spLocks noGrp="1"/>
          </p:cNvSpPr>
          <p:nvPr>
            <p:ph type="body" idx="1"/>
          </p:nvPr>
        </p:nvSpPr>
        <p:spPr/>
        <p:txBody>
          <a:bodyPr/>
          <a:lstStyle/>
          <a:p>
            <a:r>
              <a:rPr lang="en-US" dirty="0"/>
              <a:t>ON THE BOARD: photo card image + the story text, while the AUDIO CLIP (pre-recorded narration) plays through the classroom app. Teacher stands with the class, can tap pause at the marked breaks in the original guide, and picks up live narration if the clip needs to stop early.</a:t>
            </a:r>
          </a:p>
        </p:txBody>
      </p:sp>
      <p:sp>
        <p:nvSpPr>
          <p:cNvPr id="4" name="Slide Number Placeholder 3">
            <a:extLst>
              <a:ext uri="{FF2B5EF4-FFF2-40B4-BE49-F238E27FC236}">
                <a16:creationId xmlns:a16="http://schemas.microsoft.com/office/drawing/2014/main" id="{DD5EAB29-7414-C0AC-E706-73FA4EF4287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23996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THE BOARD: photo card image + the story text, while the AUDIO CLIP (pre-recorded narration) plays through the classroom app. Teacher stands with the class, can tap pause at the marked breaks in the original guide, and picks up live narration if the clip needs to stop early.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the three questions shown one at a time or together. Purely teacher-led verbal discussion — no clip needed. Praise responses and encourage participation as the original guide notes.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a grid of the picture cues (from Annexure 2 images) shown to the whole class. Purely teacher-led, live in the room — no clip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a visible countdown timer widget from the app, audible chime optional at 0:00. Teacher physically walks the room checking on paper handouts, exactly as in the original in-person guide.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2D22-0694-5AB8-F272-E26F69922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F5947-556F-DC9B-960E-7215E5786F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0F383D1-A76D-B529-1CBC-0923E4DA9561}"/>
              </a:ext>
            </a:extLst>
          </p:cNvPr>
          <p:cNvSpPr>
            <a:spLocks noGrp="1"/>
          </p:cNvSpPr>
          <p:nvPr>
            <p:ph type="body" idx="1"/>
          </p:nvPr>
        </p:nvSpPr>
        <p:spPr/>
        <p:txBody>
          <a:bodyPr/>
          <a:lstStyle/>
          <a:p>
            <a:r>
              <a:rPr lang="en-US" dirty="0"/>
              <a:t>ON BOARD: the app shows this 4-quadrant layout with a blank writable zone under each heading, matching the physical 'board with 4 squares' in the original session. Teacher or a student volunteer uses the touchscreen/stylus (ink annotation) to write key words live as each group reads its rights aloud (not responsibilities, per the guide).</a:t>
            </a:r>
          </a:p>
        </p:txBody>
      </p:sp>
      <p:sp>
        <p:nvSpPr>
          <p:cNvPr id="4" name="Slide Number Placeholder 3">
            <a:extLst>
              <a:ext uri="{FF2B5EF4-FFF2-40B4-BE49-F238E27FC236}">
                <a16:creationId xmlns:a16="http://schemas.microsoft.com/office/drawing/2014/main" id="{53860B05-CEA6-4F1F-8BD0-14F9F89628F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50511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the app shows this 4-quadrant layout with a blank writable zone under each heading, matching the physical 'board with 4 squares' in the original session. Teacher or a student volunteer uses the touchscreen/stylus (ink annotation) to write key words live as each group reads its rights aloud (not responsibilities, per the guide).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all 4 flashcards, or revealed one at a time to match pacing as the class reads each right aloud (Step 5 of the original guide). Colors match the original CMCA flashcard set for continuity. A student can walk up and tap/point at the board card, mirroring 'holding up the flashcard'.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Detail slide 1 of 2 — Right to Survival &amp; Right to Protection, from Annexure 2 Karapatra 1 &amp; 2. Teacher elaborates verbally while pointing at each bullet on the board.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SENSITIVE SLIDE — deliver via the calm pre-recorded AUDIO clip, or teacher reads live, exactly as scripted in the original teacher guide. Keep this a whole-class guided moment, not an open-floor discussion; make space afterward for any student to speak privately to the teacher or counselor. ChildLine 1098 stays visible on the board for the full duration.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ON BOARD: questions shown one at a time, read aloud live by the teacher with a short pause after each (optionally under a few seconds of soft instrumental audio from the app). Students write privately on their own paper sheet — same as the original individual reflection sheet exercise, not shared with the group.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CLOSING SLIDE — the MASTER CHANGE VIDEO plays here (full-screen or embedded in this frame) as the session's final beat. After the video ends, teacher gives final instructions on folding/depositing reflection sheets and ends the session.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C071B-1766-BA9F-1EDD-F0EE82F8F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2F677-B1F5-C4F5-0CC1-2010E674807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FE28FA-4542-1B00-80FA-9E42FDE338FE}"/>
              </a:ext>
            </a:extLst>
          </p:cNvPr>
          <p:cNvSpPr>
            <a:spLocks noGrp="1"/>
          </p:cNvSpPr>
          <p:nvPr>
            <p:ph type="body" idx="1"/>
          </p:nvPr>
        </p:nvSpPr>
        <p:spPr/>
        <p:txBody>
          <a:bodyPr/>
          <a:lstStyle/>
          <a:p>
            <a:r>
              <a:rPr lang="en-US" dirty="0"/>
              <a:t>CLOSING SLIDE — the MASTER CHANGE VIDEO plays here (full-screen or embedded in this frame) as the session's final beat. After the video ends, teacher gives final instructions on folding/depositing reflection sheets and ends the session.</a:t>
            </a:r>
          </a:p>
        </p:txBody>
      </p:sp>
      <p:sp>
        <p:nvSpPr>
          <p:cNvPr id="4" name="Slide Number Placeholder 3">
            <a:extLst>
              <a:ext uri="{FF2B5EF4-FFF2-40B4-BE49-F238E27FC236}">
                <a16:creationId xmlns:a16="http://schemas.microsoft.com/office/drawing/2014/main" id="{2E4C6634-32FE-BB3A-6215-4240732A48A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4408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6466ED-A223-D33E-5114-502EB8F72F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CB0F11-9DCA-7F70-B02F-4F03DBD4460E}"/>
              </a:ext>
            </a:extLst>
          </p:cNvPr>
          <p:cNvSpPr txBox="1"/>
          <p:nvPr/>
        </p:nvSpPr>
        <p:spPr>
          <a:xfrm>
            <a:off x="3048000" y="2151728"/>
            <a:ext cx="6096000" cy="2277547"/>
          </a:xfrm>
          <a:prstGeom prst="rect">
            <a:avLst/>
          </a:prstGeom>
          <a:noFill/>
        </p:spPr>
        <p:txBody>
          <a:bodyPr wrap="square">
            <a:spAutoFit/>
          </a:bodyPr>
          <a:lstStyle/>
          <a:p>
            <a:pPr algn="ctr" rtl="0">
              <a:buNone/>
            </a:pPr>
            <a:r>
              <a:rPr lang="en-IN" sz="3000" b="0" i="0" u="none" strike="noStrike" dirty="0">
                <a:solidFill>
                  <a:srgbClr val="000000"/>
                </a:solidFill>
                <a:effectLst/>
                <a:latin typeface="Arial" panose="020B0604020202020204" pitchFamily="34" charset="0"/>
              </a:rPr>
              <a:t>Landing/Opening </a:t>
            </a:r>
            <a:r>
              <a:rPr lang="en-IN" sz="3000" b="0" i="0" u="none" strike="noStrike">
                <a:solidFill>
                  <a:srgbClr val="000000"/>
                </a:solidFill>
                <a:effectLst/>
                <a:latin typeface="Arial" panose="020B0604020202020204" pitchFamily="34" charset="0"/>
              </a:rPr>
              <a:t>Page </a:t>
            </a:r>
            <a:br>
              <a:rPr lang="en-IN" b="0" dirty="0">
                <a:effectLst/>
              </a:rPr>
            </a:br>
            <a:endParaRPr lang="en-IN" sz="1400" b="0" i="0" u="none" strike="noStrike" dirty="0">
              <a:solidFill>
                <a:srgbClr val="000000"/>
              </a:solidFill>
              <a:effectLst/>
              <a:latin typeface="Arial" panose="020B0604020202020204" pitchFamily="34" charset="0"/>
            </a:endParaRPr>
          </a:p>
          <a:p>
            <a:pPr marL="342900" lvl="0" indent="-342900" rtl="0" fontAlgn="base">
              <a:spcBef>
                <a:spcPts val="1200"/>
              </a:spcBef>
              <a:buFont typeface="Arial" panose="020B0604020202020204" pitchFamily="34" charset="0"/>
              <a:buChar char="•"/>
            </a:pPr>
            <a:r>
              <a:rPr lang="en-IN" sz="1400" b="1" i="0" u="none" strike="noStrike" dirty="0">
                <a:solidFill>
                  <a:srgbClr val="000000"/>
                </a:solidFill>
                <a:effectLst/>
                <a:latin typeface="Arial" panose="020B0604020202020204" pitchFamily="34" charset="0"/>
              </a:rPr>
              <a:t>Full-screen graphic:</a:t>
            </a:r>
            <a:r>
              <a:rPr lang="en-IN" sz="1400" b="0" i="0" u="none" strike="noStrike" dirty="0">
                <a:solidFill>
                  <a:srgbClr val="000000"/>
                </a:solidFill>
                <a:effectLst/>
                <a:latin typeface="Arial" panose="020B0604020202020204" pitchFamily="34" charset="0"/>
              </a:rPr>
              <a:t> KRIES logo, CMCA logo + upbeat welcome music. </a:t>
            </a:r>
          </a:p>
          <a:p>
            <a:pPr marL="342900" lvl="0" indent="-342900" rtl="0" fontAlgn="base">
              <a:spcAft>
                <a:spcPts val="1200"/>
              </a:spcAft>
              <a:buFont typeface="Arial" panose="020B0604020202020204" pitchFamily="34" charset="0"/>
              <a:buChar char="•"/>
            </a:pPr>
            <a:r>
              <a:rPr lang="en-IN" sz="1400" b="1" i="0" u="none" strike="noStrike" dirty="0">
                <a:solidFill>
                  <a:srgbClr val="000000"/>
                </a:solidFill>
                <a:effectLst/>
                <a:latin typeface="Arial" panose="020B0604020202020204" pitchFamily="34" charset="0"/>
              </a:rPr>
              <a:t>On-screen text:</a:t>
            </a:r>
            <a:r>
              <a:rPr lang="en-IN" sz="1400" b="0" i="0" u="none" strike="noStrike" dirty="0">
                <a:solidFill>
                  <a:srgbClr val="000000"/>
                </a:solidFill>
                <a:effectLst/>
                <a:latin typeface="Arial" panose="020B0604020202020204" pitchFamily="34" charset="0"/>
              </a:rPr>
              <a:t> </a:t>
            </a:r>
            <a:r>
              <a:rPr lang="en-IN" sz="1400" b="0" i="1" u="none" strike="noStrike" dirty="0">
                <a:solidFill>
                  <a:srgbClr val="000000"/>
                </a:solidFill>
                <a:effectLst/>
                <a:latin typeface="Arial" panose="020B0604020202020204" pitchFamily="34" charset="0"/>
              </a:rPr>
              <a:t>“Welcome to the Children’s Constitution Club!”</a:t>
            </a:r>
            <a:endParaRPr lang="en-IN" sz="1400" b="0" i="0" u="none" strike="noStrike" dirty="0">
              <a:solidFill>
                <a:srgbClr val="000000"/>
              </a:solidFill>
              <a:effectLst/>
              <a:latin typeface="Arial" panose="020B0604020202020204" pitchFamily="34" charset="0"/>
            </a:endParaRPr>
          </a:p>
          <a:p>
            <a:pPr>
              <a:buNone/>
            </a:pPr>
            <a:br>
              <a:rPr lang="en-IN" b="0" dirty="0">
                <a:effectLst/>
              </a:rPr>
            </a:br>
            <a:endParaRPr lang="en-IN" dirty="0"/>
          </a:p>
        </p:txBody>
      </p:sp>
    </p:spTree>
    <p:extLst>
      <p:ext uri="{BB962C8B-B14F-4D97-AF65-F5344CB8AC3E}">
        <p14:creationId xmlns:p14="http://schemas.microsoft.com/office/powerpoint/2010/main" val="3863466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D3AE16-21FD-4849-682A-A2ED479EDE5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981F1CD8-9FEC-AE8B-609F-882E5C3388E1}"/>
              </a:ext>
            </a:extLst>
          </p:cNvPr>
          <p:cNvSpPr txBox="1"/>
          <p:nvPr/>
        </p:nvSpPr>
        <p:spPr>
          <a:xfrm>
            <a:off x="4175760" y="1081822"/>
            <a:ext cx="6096000" cy="3354765"/>
          </a:xfrm>
          <a:prstGeom prst="rect">
            <a:avLst/>
          </a:prstGeom>
          <a:noFill/>
        </p:spPr>
        <p:txBody>
          <a:bodyPr wrap="square">
            <a:spAutoFit/>
          </a:bodyPr>
          <a:lstStyle/>
          <a:p>
            <a:pPr rtl="0">
              <a:buNone/>
            </a:pPr>
            <a:r>
              <a:rPr lang="en-IN" sz="2400" b="1" i="0" u="none" strike="noStrike" dirty="0">
                <a:solidFill>
                  <a:srgbClr val="000000"/>
                </a:solidFill>
                <a:effectLst/>
                <a:latin typeface="Arial" panose="020B0604020202020204" pitchFamily="34" charset="0"/>
              </a:rPr>
              <a:t>Keep the Change Champion Box in one corner of the class.</a:t>
            </a:r>
            <a:r>
              <a:rPr lang="en-IN" sz="2400" b="0" i="0" u="none" strike="noStrike" dirty="0">
                <a:solidFill>
                  <a:srgbClr val="000000"/>
                </a:solidFill>
                <a:effectLst/>
                <a:latin typeface="Arial" panose="020B0604020202020204" pitchFamily="34" charset="0"/>
              </a:rPr>
              <a:t> </a:t>
            </a:r>
            <a:endParaRPr lang="en-IN" b="0" dirty="0">
              <a:effectLst/>
            </a:endParaRPr>
          </a:p>
          <a:p>
            <a:pPr rtl="0">
              <a:spcBef>
                <a:spcPts val="1200"/>
              </a:spcBef>
              <a:spcAft>
                <a:spcPts val="1200"/>
              </a:spcAft>
              <a:buNone/>
            </a:pPr>
            <a:r>
              <a:rPr lang="en-IN" sz="2400" b="0" i="0" u="none" strike="noStrike" dirty="0">
                <a:solidFill>
                  <a:srgbClr val="000000"/>
                </a:solidFill>
                <a:effectLst/>
                <a:latin typeface="Arial" panose="020B0604020202020204" pitchFamily="34" charset="0"/>
              </a:rPr>
              <a:t>👥 </a:t>
            </a:r>
            <a:r>
              <a:rPr lang="en-IN" sz="2400" b="1" i="0" u="none" strike="noStrike" dirty="0">
                <a:solidFill>
                  <a:srgbClr val="000000"/>
                </a:solidFill>
                <a:effectLst/>
                <a:latin typeface="Arial" panose="020B0604020202020204" pitchFamily="34" charset="0"/>
              </a:rPr>
              <a:t>Core Committee:</a:t>
            </a:r>
            <a:r>
              <a:rPr lang="en-IN" sz="2400" b="0" i="0" u="none" strike="noStrike" dirty="0">
                <a:solidFill>
                  <a:srgbClr val="000000"/>
                </a:solidFill>
                <a:effectLst/>
                <a:latin typeface="Arial" panose="020B0604020202020204" pitchFamily="34" charset="0"/>
              </a:rPr>
              <a:t> Remind teacher to open the box and share the stories. </a:t>
            </a:r>
            <a:endParaRPr lang="en-IN" b="0" dirty="0">
              <a:effectLst/>
            </a:endParaRPr>
          </a:p>
          <a:p>
            <a:pPr rtl="0">
              <a:spcBef>
                <a:spcPts val="1200"/>
              </a:spcBef>
              <a:spcAft>
                <a:spcPts val="1200"/>
              </a:spcAft>
              <a:buNone/>
            </a:pPr>
            <a:r>
              <a:rPr lang="en-IN" sz="2400" b="0" i="0" u="none" strike="noStrike" dirty="0">
                <a:solidFill>
                  <a:srgbClr val="000000"/>
                </a:solidFill>
                <a:effectLst/>
                <a:latin typeface="Arial" panose="020B0604020202020204" pitchFamily="34" charset="0"/>
              </a:rPr>
              <a:t>Let’s encourage each other to be the change! </a:t>
            </a:r>
            <a:endParaRPr lang="en-IN" b="0" dirty="0">
              <a:effectLst/>
            </a:endParaRPr>
          </a:p>
          <a:p>
            <a:pPr marL="457200" rtl="0">
              <a:spcBef>
                <a:spcPts val="1200"/>
              </a:spcBef>
              <a:buNone/>
            </a:pPr>
            <a:endParaRPr lang="en-IN" b="0" dirty="0">
              <a:effectLst/>
            </a:endParaRPr>
          </a:p>
        </p:txBody>
      </p:sp>
    </p:spTree>
    <p:extLst>
      <p:ext uri="{BB962C8B-B14F-4D97-AF65-F5344CB8AC3E}">
        <p14:creationId xmlns:p14="http://schemas.microsoft.com/office/powerpoint/2010/main" val="362707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C6C71F-3ECC-C752-8FE6-C85914E715CF}"/>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46DEE64F-9A10-5072-9C75-DECF986A6A85}"/>
              </a:ext>
            </a:extLst>
          </p:cNvPr>
          <p:cNvSpPr txBox="1"/>
          <p:nvPr/>
        </p:nvSpPr>
        <p:spPr>
          <a:xfrm>
            <a:off x="3891280" y="695742"/>
            <a:ext cx="6096000" cy="6832640"/>
          </a:xfrm>
          <a:prstGeom prst="rect">
            <a:avLst/>
          </a:prstGeom>
          <a:noFill/>
        </p:spPr>
        <p:txBody>
          <a:bodyPr wrap="square">
            <a:spAutoFit/>
          </a:bodyPr>
          <a:lstStyle/>
          <a:p>
            <a:r>
              <a:rPr lang="en-IN" b="1"/>
              <a:t>MC can say the following with excitement and in a tone of encouraging children: (Add some animated scenes of students dropping their change stories in the box while MC was speaking)</a:t>
            </a:r>
            <a:endParaRPr lang="en-IN" sz="2400"/>
          </a:p>
          <a:p>
            <a:br>
              <a:rPr lang="en-IN" sz="2400"/>
            </a:br>
            <a:endParaRPr lang="en-IN" sz="2400"/>
          </a:p>
          <a:p>
            <a:r>
              <a:rPr lang="en-IN"/>
              <a:t>Hey CMCA Champions! </a:t>
            </a:r>
            <a:endParaRPr lang="en-IN" sz="2400"/>
          </a:p>
          <a:p>
            <a:r>
              <a:rPr lang="en-IN"/>
              <a:t>Do you have a story of change to share?</a:t>
            </a:r>
            <a:endParaRPr lang="en-IN" sz="2400"/>
          </a:p>
          <a:p>
            <a:r>
              <a:rPr lang="en-IN"/>
              <a:t>Maybe you helped someone, solved a problem, showed kindness, or took a small step to make things better. </a:t>
            </a:r>
            <a:endParaRPr lang="en-IN" sz="2400"/>
          </a:p>
          <a:p>
            <a:r>
              <a:rPr lang="en-IN"/>
              <a:t>If you do, write your story on a slip of paper and drop it into the </a:t>
            </a:r>
            <a:r>
              <a:rPr lang="en-IN" b="1"/>
              <a:t>Change Champion Box</a:t>
            </a:r>
            <a:r>
              <a:rPr lang="en-IN"/>
              <a:t>! </a:t>
            </a:r>
            <a:endParaRPr lang="en-IN" sz="2400"/>
          </a:p>
          <a:p>
            <a:r>
              <a:rPr lang="en-IN"/>
              <a:t>And if you don't have a story yet, that's okay too! </a:t>
            </a:r>
            <a:endParaRPr lang="en-IN" sz="2400"/>
          </a:p>
          <a:p>
            <a:r>
              <a:rPr lang="en-IN"/>
              <a:t>You can always create a change, notice the difference it makes, and then share your story with us later.</a:t>
            </a:r>
            <a:endParaRPr lang="en-IN" sz="2400"/>
          </a:p>
          <a:p>
            <a:r>
              <a:rPr lang="en-IN"/>
              <a:t>Remember, every big change starts with one small action!</a:t>
            </a:r>
            <a:endParaRPr lang="en-IN" sz="2400"/>
          </a:p>
          <a:p>
            <a:r>
              <a:rPr lang="en-IN"/>
              <a:t>So go out there, create some ripples, and don't forget to tell us all about them!</a:t>
            </a:r>
            <a:endParaRPr lang="en-IN" sz="2400"/>
          </a:p>
          <a:p>
            <a:br>
              <a:rPr lang="en-IN"/>
            </a:br>
            <a:br>
              <a:rPr lang="en-IN"/>
            </a:br>
            <a:endParaRPr lang="en-IN" sz="2400"/>
          </a:p>
          <a:p>
            <a:br>
              <a:rPr lang="en-IN" sz="2400"/>
            </a:br>
            <a:endParaRPr lang="en-IN" b="0" dirty="0">
              <a:effectLst/>
            </a:endParaRPr>
          </a:p>
        </p:txBody>
      </p:sp>
      <p:sp>
        <p:nvSpPr>
          <p:cNvPr id="3" name="TextBox 2">
            <a:extLst>
              <a:ext uri="{FF2B5EF4-FFF2-40B4-BE49-F238E27FC236}">
                <a16:creationId xmlns:a16="http://schemas.microsoft.com/office/drawing/2014/main" id="{799D1D19-EC17-2DBE-0EAA-D37CF41BD68C}"/>
              </a:ext>
            </a:extLst>
          </p:cNvPr>
          <p:cNvSpPr txBox="1"/>
          <p:nvPr/>
        </p:nvSpPr>
        <p:spPr>
          <a:xfrm>
            <a:off x="3891280" y="6162258"/>
            <a:ext cx="6096000" cy="1292662"/>
          </a:xfrm>
          <a:prstGeom prst="rect">
            <a:avLst/>
          </a:prstGeom>
          <a:noFill/>
        </p:spPr>
        <p:txBody>
          <a:bodyPr wrap="square">
            <a:spAutoFit/>
          </a:bodyPr>
          <a:lstStyle/>
          <a:p>
            <a:r>
              <a:rPr lang="en-IN" i="1" dirty="0"/>
              <a:t>Teachers Tip: If students has stories in their hands, ask them to drop their stories in the CC box  </a:t>
            </a:r>
            <a:endParaRPr lang="en-IN" sz="2400" dirty="0"/>
          </a:p>
          <a:p>
            <a:br>
              <a:rPr lang="en-IN" sz="2400" dirty="0"/>
            </a:br>
            <a:endParaRPr lang="en-IN" dirty="0"/>
          </a:p>
        </p:txBody>
      </p:sp>
    </p:spTree>
    <p:extLst>
      <p:ext uri="{BB962C8B-B14F-4D97-AF65-F5344CB8AC3E}">
        <p14:creationId xmlns:p14="http://schemas.microsoft.com/office/powerpoint/2010/main" val="1872277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2335378" cy="329184"/>
          </a:xfrm>
          <a:prstGeom prst="roundRect">
            <a:avLst>
              <a:gd name="adj" fmla="val 50000"/>
            </a:avLst>
          </a:prstGeom>
          <a:solidFill>
            <a:srgbClr val="E8734A"/>
          </a:solidFill>
          <a:ln/>
        </p:spPr>
        <p:txBody>
          <a:bodyPr/>
          <a:lstStyle/>
          <a:p>
            <a:endParaRPr lang="en-IN"/>
          </a:p>
        </p:txBody>
      </p:sp>
      <p:sp>
        <p:nvSpPr>
          <p:cNvPr id="3" name="Text 1"/>
          <p:cNvSpPr/>
          <p:nvPr/>
        </p:nvSpPr>
        <p:spPr>
          <a:xfrm>
            <a:off x="457200" y="320040"/>
            <a:ext cx="2335378"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anose="020B0604020202020204" pitchFamily="34" charset="0"/>
                <a:ea typeface="Noto Sans Kannada" pitchFamily="34" charset="-122"/>
                <a:cs typeface="Arial" panose="020B0604020202020204" pitchFamily="34" charset="0"/>
              </a:rPr>
              <a:t>🔊 ಆಡಿಯೋ ಕ್ಲಿಪ್ (ಆ್ಯಪ್)</a:t>
            </a:r>
            <a:endParaRPr lang="en-US" sz="1050" dirty="0">
              <a:latin typeface="Arial" panose="020B0604020202020204" pitchFamily="34" charset="0"/>
              <a:cs typeface="Arial" panose="020B0604020202020204" pitchFamily="34" charset="0"/>
            </a:endParaRPr>
          </a:p>
        </p:txBody>
      </p:sp>
      <p:sp>
        <p:nvSpPr>
          <p:cNvPr id="4" name="Text 2"/>
          <p:cNvSpPr/>
          <p:nvPr/>
        </p:nvSpPr>
        <p:spPr>
          <a:xfrm>
            <a:off x="457200" y="868680"/>
            <a:ext cx="10515600" cy="502920"/>
          </a:xfrm>
          <a:prstGeom prst="rect">
            <a:avLst/>
          </a:prstGeom>
          <a:noFill/>
          <a:ln/>
        </p:spPr>
        <p:txBody>
          <a:bodyPr wrap="square" lIns="0" tIns="0" rIns="0" bIns="0" rtlCol="0" anchor="ctr"/>
          <a:lstStyle/>
          <a:p>
            <a:pPr marL="0" indent="0">
              <a:buNone/>
            </a:pPr>
            <a:r>
              <a:rPr lang="en-US" sz="2200" b="1" dirty="0" err="1">
                <a:solidFill>
                  <a:srgbClr val="1A1A2E"/>
                </a:solidFill>
                <a:latin typeface="Arial" panose="020B0604020202020204" pitchFamily="34" charset="0"/>
                <a:ea typeface="Noto Sans Kannada" pitchFamily="34" charset="-122"/>
                <a:cs typeface="Arial" panose="020B0604020202020204" pitchFamily="34" charset="0"/>
              </a:rPr>
              <a:t>ಫೋಟೋ</a:t>
            </a:r>
            <a:r>
              <a:rPr lang="en-US" sz="2200" b="1" dirty="0">
                <a:solidFill>
                  <a:srgbClr val="1A1A2E"/>
                </a:solidFill>
                <a:latin typeface="Arial" panose="020B0604020202020204" pitchFamily="34" charset="0"/>
                <a:ea typeface="Noto Sans Kannada" pitchFamily="34" charset="-122"/>
                <a:cs typeface="Arial" panose="020B0604020202020204" pitchFamily="34" charset="0"/>
              </a:rPr>
              <a:t> ಕಾರ್ಡ್ ಕಥೆಯನ್ನು ಆಲಿಸುವುದು</a:t>
            </a:r>
            <a:endParaRPr lang="en-US" sz="2200" dirty="0">
              <a:latin typeface="Arial" panose="020B0604020202020204" pitchFamily="34" charset="0"/>
              <a:cs typeface="Arial" panose="020B0604020202020204" pitchFamily="34" charset="0"/>
            </a:endParaRPr>
          </a:p>
        </p:txBody>
      </p:sp>
      <p:sp>
        <p:nvSpPr>
          <p:cNvPr id="5" name="Shape 3"/>
          <p:cNvSpPr/>
          <p:nvPr/>
        </p:nvSpPr>
        <p:spPr>
          <a:xfrm>
            <a:off x="548640" y="1554480"/>
            <a:ext cx="4297680" cy="4480560"/>
          </a:xfrm>
          <a:prstGeom prst="roundRect">
            <a:avLst>
              <a:gd name="adj" fmla="val 2553"/>
            </a:avLst>
          </a:prstGeom>
          <a:solidFill>
            <a:srgbClr val="F5F3FA"/>
          </a:solidFill>
          <a:ln w="19050">
            <a:solidFill>
              <a:srgbClr val="6A2C91"/>
            </a:solidFill>
            <a:prstDash val="solid"/>
          </a:ln>
        </p:spPr>
        <p:txBody>
          <a:bodyPr/>
          <a:lstStyle/>
          <a:p>
            <a:endParaRPr lang="en-IN"/>
          </a:p>
        </p:txBody>
      </p:sp>
      <p:sp>
        <p:nvSpPr>
          <p:cNvPr id="7" name="Text 5"/>
          <p:cNvSpPr/>
          <p:nvPr/>
        </p:nvSpPr>
        <p:spPr>
          <a:xfrm>
            <a:off x="777239" y="3878580"/>
            <a:ext cx="3840480" cy="457200"/>
          </a:xfrm>
          <a:prstGeom prst="rect">
            <a:avLst/>
          </a:prstGeom>
          <a:noFill/>
          <a:ln/>
        </p:spPr>
        <p:txBody>
          <a:bodyPr wrap="square" lIns="0" tIns="0" rIns="0" bIns="0" rtlCol="0" anchor="ctr"/>
          <a:lstStyle/>
          <a:p>
            <a:pPr marL="0" indent="0" algn="ctr">
              <a:buNone/>
            </a:pPr>
            <a:r>
              <a:rPr lang="en-US" sz="1200" i="1" dirty="0">
                <a:solidFill>
                  <a:srgbClr val="6E6E80"/>
                </a:solidFill>
                <a:latin typeface="Noto Sans Kannada" pitchFamily="34" charset="0"/>
                <a:ea typeface="Noto Sans Kannada" pitchFamily="34" charset="-122"/>
                <a:cs typeface="Noto Sans Kannada" pitchFamily="34" charset="-120"/>
              </a:rPr>
              <a:t>[</a:t>
            </a:r>
            <a:r>
              <a:rPr lang="en-US" sz="1200" i="1" dirty="0" err="1">
                <a:solidFill>
                  <a:srgbClr val="6E6E80"/>
                </a:solidFill>
                <a:latin typeface="Noto Sans Kannada" pitchFamily="34" charset="0"/>
                <a:ea typeface="Noto Sans Kannada" pitchFamily="34" charset="-122"/>
                <a:cs typeface="Noto Sans Kannada" pitchFamily="34" charset="-120"/>
              </a:rPr>
              <a:t>ನಾಯಿಮರಿ</a:t>
            </a:r>
            <a:r>
              <a:rPr lang="en-US" sz="1200" i="1" dirty="0">
                <a:solidFill>
                  <a:srgbClr val="6E6E80"/>
                </a:solidFill>
                <a:latin typeface="Noto Sans Kannada" pitchFamily="34" charset="0"/>
                <a:ea typeface="Noto Sans Kannada" pitchFamily="34" charset="-122"/>
                <a:cs typeface="Noto Sans Kannada" pitchFamily="34" charset="-120"/>
              </a:rPr>
              <a:t> ಫೋಟೋ ಕಾರ್ಡ್ ಬೋರ್ಡ್ ಮೇಲೆ ಪ್ರದರ್ಶಿಸಿ ]</a:t>
            </a:r>
            <a:endParaRPr lang="en-US" sz="1200" dirty="0"/>
          </a:p>
        </p:txBody>
      </p:sp>
      <p:sp>
        <p:nvSpPr>
          <p:cNvPr id="8" name="Text 6"/>
          <p:cNvSpPr/>
          <p:nvPr/>
        </p:nvSpPr>
        <p:spPr>
          <a:xfrm>
            <a:off x="777240" y="4206240"/>
            <a:ext cx="3840480" cy="1463040"/>
          </a:xfrm>
          <a:prstGeom prst="rect">
            <a:avLst/>
          </a:prstGeom>
          <a:noFill/>
          <a:ln/>
        </p:spPr>
        <p:txBody>
          <a:bodyPr wrap="square" lIns="0" tIns="0" rIns="0" bIns="0" rtlCol="0" anchor="ctr"/>
          <a:lstStyle/>
          <a:p>
            <a:pPr marL="0" indent="0" algn="ctr">
              <a:buNone/>
            </a:pPr>
            <a:r>
              <a:rPr lang="en-US" sz="1200" dirty="0" err="1">
                <a:solidFill>
                  <a:srgbClr val="6E6E80"/>
                </a:solidFill>
                <a:latin typeface="Noto Sans Kannada" pitchFamily="34" charset="0"/>
                <a:ea typeface="Noto Sans Kannada" pitchFamily="34" charset="-122"/>
                <a:cs typeface="Noto Sans Kannada" pitchFamily="34" charset="-120"/>
              </a:rPr>
              <a:t>ಆ್ಯಪ್</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ಆಡಿಯೋ</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ಕ್ಲಿಪ್</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ಪ್ಲೇ</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ಆಗುತ್ತಿರುವಾಗ</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ಚಿತ್ರ</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ಸ್ಥಿರವಾಗಿ</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ಪರದೆಯ</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ಮೇಲಿರಲಿ</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ಶಿಕ್ಷಕರು</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ಬೇಕಿದ್ದರೆ</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ಪಾಸ್</a:t>
            </a:r>
            <a:r>
              <a:rPr lang="en-US" sz="1200" dirty="0">
                <a:solidFill>
                  <a:srgbClr val="6E6E80"/>
                </a:solidFill>
                <a:latin typeface="Noto Sans Kannada" pitchFamily="34" charset="0"/>
                <a:ea typeface="Noto Sans Kannada" pitchFamily="34" charset="-122"/>
                <a:cs typeface="Noto Sans Kannada" pitchFamily="34" charset="-120"/>
              </a:rPr>
              <a:t> </a:t>
            </a:r>
            <a:r>
              <a:rPr lang="en-US" sz="1200" dirty="0" err="1">
                <a:solidFill>
                  <a:srgbClr val="6E6E80"/>
                </a:solidFill>
                <a:latin typeface="Noto Sans Kannada" pitchFamily="34" charset="0"/>
                <a:ea typeface="Noto Sans Kannada" pitchFamily="34" charset="-122"/>
                <a:cs typeface="Noto Sans Kannada" pitchFamily="34" charset="-120"/>
              </a:rPr>
              <a:t>ಮಾಡಬಹುದು</a:t>
            </a:r>
            <a:endParaRPr lang="en-US" sz="1200" dirty="0"/>
          </a:p>
        </p:txBody>
      </p:sp>
      <p:sp>
        <p:nvSpPr>
          <p:cNvPr id="9" name="Shape 7"/>
          <p:cNvSpPr/>
          <p:nvPr/>
        </p:nvSpPr>
        <p:spPr>
          <a:xfrm>
            <a:off x="5074920" y="1554480"/>
            <a:ext cx="6537960" cy="4480560"/>
          </a:xfrm>
          <a:prstGeom prst="roundRect">
            <a:avLst>
              <a:gd name="adj" fmla="val 2449"/>
            </a:avLst>
          </a:prstGeom>
          <a:solidFill>
            <a:srgbClr val="FBF3EE"/>
          </a:solidFill>
          <a:ln/>
        </p:spPr>
        <p:txBody>
          <a:bodyPr/>
          <a:lstStyle/>
          <a:p>
            <a:endParaRPr lang="en-IN"/>
          </a:p>
        </p:txBody>
      </p:sp>
      <p:sp>
        <p:nvSpPr>
          <p:cNvPr id="10" name="Text 8"/>
          <p:cNvSpPr/>
          <p:nvPr/>
        </p:nvSpPr>
        <p:spPr>
          <a:xfrm>
            <a:off x="5349240" y="1737360"/>
            <a:ext cx="6035040" cy="365760"/>
          </a:xfrm>
          <a:prstGeom prst="rect">
            <a:avLst/>
          </a:prstGeom>
          <a:noFill/>
          <a:ln/>
        </p:spPr>
        <p:txBody>
          <a:bodyPr wrap="square" lIns="0" tIns="0" rIns="0" bIns="0" rtlCol="0" anchor="ctr"/>
          <a:lstStyle/>
          <a:p>
            <a:pPr marL="0" indent="0">
              <a:buNone/>
            </a:pPr>
            <a:r>
              <a:rPr lang="en-US" sz="1400" b="1" dirty="0">
                <a:solidFill>
                  <a:srgbClr val="E8734A"/>
                </a:solidFill>
                <a:latin typeface="Arial" panose="020B0604020202020204" pitchFamily="34" charset="0"/>
                <a:ea typeface="Noto Sans Kannada" pitchFamily="34" charset="-122"/>
                <a:cs typeface="Arial" panose="020B0604020202020204" pitchFamily="34" charset="0"/>
              </a:rPr>
              <a:t>ಅಜಯ್ ಕಥೆ (ಅನುಬಂಧ 1)</a:t>
            </a:r>
            <a:endParaRPr lang="en-US" sz="1400" dirty="0">
              <a:latin typeface="Arial" panose="020B0604020202020204" pitchFamily="34" charset="0"/>
              <a:cs typeface="Arial" panose="020B0604020202020204" pitchFamily="34" charset="0"/>
            </a:endParaRPr>
          </a:p>
        </p:txBody>
      </p:sp>
      <p:sp>
        <p:nvSpPr>
          <p:cNvPr id="11" name="Text 9"/>
          <p:cNvSpPr/>
          <p:nvPr/>
        </p:nvSpPr>
        <p:spPr>
          <a:xfrm>
            <a:off x="5349240" y="2194560"/>
            <a:ext cx="6035040" cy="3566160"/>
          </a:xfrm>
          <a:prstGeom prst="rect">
            <a:avLst/>
          </a:prstGeom>
          <a:noFill/>
          <a:ln/>
        </p:spPr>
        <p:txBody>
          <a:bodyPr wrap="square" lIns="0" tIns="0" rIns="0" bIns="0" rtlCol="0" anchor="t"/>
          <a:lstStyle/>
          <a:p>
            <a:pPr marL="0" indent="0">
              <a:lnSpc>
                <a:spcPct val="125000"/>
              </a:lnSpc>
              <a:buNone/>
            </a:pPr>
            <a:r>
              <a:rPr lang="en-US" sz="1300" dirty="0">
                <a:solidFill>
                  <a:srgbClr val="1A1A2E"/>
                </a:solidFill>
                <a:latin typeface="Noto Sans Kannada" pitchFamily="34" charset="0"/>
                <a:ea typeface="Noto Sans Kannada" pitchFamily="34" charset="-122"/>
                <a:cs typeface="Noto Sans Kannada" pitchFamily="34" charset="-120"/>
              </a:rPr>
              <a:t>ಅಜಯ್ ತನ್ನ </a:t>
            </a:r>
            <a:r>
              <a:rPr lang="en-US" sz="1300" dirty="0" err="1">
                <a:solidFill>
                  <a:srgbClr val="1A1A2E"/>
                </a:solidFill>
                <a:latin typeface="Noto Sans Kannada" pitchFamily="34" charset="0"/>
                <a:ea typeface="Noto Sans Kannada" pitchFamily="34" charset="-122"/>
                <a:cs typeface="Noto Sans Kannada" pitchFamily="34" charset="-120"/>
              </a:rPr>
              <a:t>ಕೆಲವು</a:t>
            </a:r>
            <a:r>
              <a:rPr lang="en-US" sz="1300" dirty="0">
                <a:solidFill>
                  <a:srgbClr val="1A1A2E"/>
                </a:solidFill>
                <a:latin typeface="Noto Sans Kannada" pitchFamily="34" charset="0"/>
                <a:ea typeface="Noto Sans Kannada" pitchFamily="34" charset="-122"/>
                <a:cs typeface="Noto Sans Kannada" pitchFamily="34" charset="-120"/>
              </a:rPr>
              <a:t> ಸ್ನೇಹಿತರೊಂದಿಗೆ ಕ್ರಿಕೆಟ್ ಆಡುತ್ತಿದ್ದಾಗ, ಅವನಿಗೆ ಇದ್ದಕ್ಕಿದ್ದಂತೆ ಒಂದು ನಾಯಿಯ ಕೂಗು ಕೇಳಿಸಿತು. ಹತ್ತಿರದಲ್ಲೇ ಇದ್ದ ಒಂದು ಹಳ್ಳದಿಂದ ಈ ಶಬ್ದ ಬರುತ್ತಿದೆ ಎಂದು ಅವನು ಬೇಗನೆ ಕಂಡುಕೊಂಡ. ಒಂದು ನಾಯಿಮರಿ ಸಿಕ್ಕಿ ಹಾಕಿಕೊಂಡಿತ್ತು ಹಾಗೂ ಅದಕ್ಕೆ ಹೊರಬರಲು ಆಗುತ್ತಿರಲಿಲ್ಲ.</a:t>
            </a:r>
            <a:endParaRPr lang="en-US" sz="1300" dirty="0"/>
          </a:p>
          <a:p>
            <a:pPr marL="0" indent="0">
              <a:lnSpc>
                <a:spcPct val="125000"/>
              </a:lnSpc>
              <a:buNone/>
            </a:pPr>
            <a:endParaRPr lang="en-US" sz="1300" dirty="0"/>
          </a:p>
          <a:p>
            <a:pPr marL="0" indent="0">
              <a:lnSpc>
                <a:spcPct val="125000"/>
              </a:lnSpc>
              <a:buNone/>
            </a:pPr>
            <a:r>
              <a:rPr lang="en-US" sz="1300" dirty="0">
                <a:solidFill>
                  <a:srgbClr val="1A1A2E"/>
                </a:solidFill>
                <a:latin typeface="Noto Sans Kannada" pitchFamily="34" charset="0"/>
                <a:ea typeface="Noto Sans Kannada" pitchFamily="34" charset="-122"/>
                <a:cs typeface="Noto Sans Kannada" pitchFamily="34" charset="-120"/>
              </a:rPr>
              <a:t>ಈ ಹುಡುಗ ಮನೆಗೆ ಓಡಿಹೋಗಿ, ಪ್ರಾಣಿ ರಕ್ಷಣಾ ಸಹಾಯವಾಣಿಗೆ ಕರೆಮಾಡಲು ತನ್ನ ತಂದೆಗೆ ಹೇಳಿದ. ರಕ್ಷಣೆಮಾಡುವವರು ಬರುವವರೆಗೂ ಅವನು ಹಳ್ಳದ ಹತ್ತಿರವೇ ಇದ್ದು ನಾಯಿಮರಿಯನ್ನು ಸಮಾಧಾನಪಡಿಸಿದ. 20 ನಿಮಿಷಗಳ ನಂತರ ರಕ್ಷಣಾ ತಂಡ ಸ್ಥಳಕ್ಕೆ ಬಂದು ನಾಯಿಮರಿಯನ್ನು ಸುರಕ್ಷಿತವಾಗಿ ಮೇಲೆತ್ತಲಾಯಿತು.</a:t>
            </a:r>
            <a:endParaRPr lang="en-US" sz="13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6E6E80"/>
                </a:solidFill>
                <a:latin typeface="Noto Sans Kannada" pitchFamily="34" charset="0"/>
                <a:ea typeface="Noto Sans Kannada" pitchFamily="34" charset="-122"/>
                <a:cs typeface="Noto Sans Kannada" pitchFamily="34" charset="-120"/>
              </a:rPr>
              <a:t>ಮಕ್ಕಳ ಹಕ್ಕುಗಳು — ಡಿಜಿಟಲ್ ಬೋರ್ಡ್ ತರಗತಿ ಅವಧಿ</a:t>
            </a:r>
            <a:endParaRPr lang="en-US" sz="900" dirty="0"/>
          </a:p>
        </p:txBody>
      </p:sp>
      <p:sp>
        <p:nvSpPr>
          <p:cNvPr id="13" name="Text 11"/>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5</a:t>
            </a:r>
            <a:endParaRPr lang="en-US" sz="900" dirty="0"/>
          </a:p>
        </p:txBody>
      </p:sp>
      <p:pic>
        <p:nvPicPr>
          <p:cNvPr id="14" name="Picture 13">
            <a:extLst>
              <a:ext uri="{FF2B5EF4-FFF2-40B4-BE49-F238E27FC236}">
                <a16:creationId xmlns:a16="http://schemas.microsoft.com/office/drawing/2014/main" id="{731D0EA7-1A2D-B683-77B3-26E24A9B6D1F}"/>
              </a:ext>
            </a:extLst>
          </p:cNvPr>
          <p:cNvPicPr>
            <a:picLocks noChangeAspect="1"/>
          </p:cNvPicPr>
          <p:nvPr/>
        </p:nvPicPr>
        <p:blipFill>
          <a:blip r:embed="rId3"/>
          <a:stretch>
            <a:fillRect/>
          </a:stretch>
        </p:blipFill>
        <p:spPr>
          <a:xfrm>
            <a:off x="1406690" y="1598676"/>
            <a:ext cx="2771775" cy="2324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439266" cy="329184"/>
          </a:xfrm>
          <a:prstGeom prst="roundRect">
            <a:avLst>
              <a:gd name="adj" fmla="val 50000"/>
            </a:avLst>
          </a:prstGeom>
          <a:solidFill>
            <a:srgbClr val="2E8B4F"/>
          </a:solidFill>
          <a:ln/>
        </p:spPr>
        <p:txBody>
          <a:bodyPr/>
          <a:lstStyle/>
          <a:p>
            <a:endParaRPr lang="en-IN"/>
          </a:p>
        </p:txBody>
      </p:sp>
      <p:sp>
        <p:nvSpPr>
          <p:cNvPr id="3" name="Text 1"/>
          <p:cNvSpPr/>
          <p:nvPr/>
        </p:nvSpPr>
        <p:spPr>
          <a:xfrm>
            <a:off x="457200" y="320040"/>
            <a:ext cx="1439266"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Kannada" pitchFamily="34" charset="0"/>
                <a:ea typeface="Noto Sans Kannada" pitchFamily="34" charset="-122"/>
                <a:cs typeface="Noto Sans Kannada" pitchFamily="34" charset="-120"/>
              </a:rPr>
              <a:t>✋ ತರಗತಿ ಚರ್ಚೆ</a:t>
            </a:r>
            <a:endParaRPr lang="en-US" sz="1050" dirty="0"/>
          </a:p>
        </p:txBody>
      </p:sp>
      <p:sp>
        <p:nvSpPr>
          <p:cNvPr id="4" name="Text 2"/>
          <p:cNvSpPr/>
          <p:nvPr/>
        </p:nvSpPr>
        <p:spPr>
          <a:xfrm>
            <a:off x="457200" y="868680"/>
            <a:ext cx="10515600" cy="502920"/>
          </a:xfrm>
          <a:prstGeom prst="rect">
            <a:avLst/>
          </a:prstGeom>
          <a:noFill/>
          <a:ln/>
        </p:spPr>
        <p:txBody>
          <a:bodyPr wrap="square" lIns="0" tIns="0" rIns="0" bIns="0" rtlCol="0" anchor="ctr"/>
          <a:lstStyle/>
          <a:p>
            <a:pPr marL="0" indent="0">
              <a:buNone/>
            </a:pPr>
            <a:r>
              <a:rPr lang="en-US" sz="2400" b="1" dirty="0">
                <a:solidFill>
                  <a:srgbClr val="1A1A2E"/>
                </a:solidFill>
                <a:latin typeface="Noto Sans Kannada" pitchFamily="34" charset="0"/>
                <a:ea typeface="Noto Sans Kannada" pitchFamily="34" charset="-122"/>
                <a:cs typeface="Noto Sans Kannada" pitchFamily="34" charset="-120"/>
              </a:rPr>
              <a:t>ಚರ್ಚಾ ಪ್ರಶ್ನೆಗಳು</a:t>
            </a:r>
            <a:endParaRPr lang="en-US" sz="2400" dirty="0"/>
          </a:p>
        </p:txBody>
      </p:sp>
      <p:sp>
        <p:nvSpPr>
          <p:cNvPr id="6" name="Shape 4"/>
          <p:cNvSpPr/>
          <p:nvPr/>
        </p:nvSpPr>
        <p:spPr>
          <a:xfrm>
            <a:off x="548640" y="1965960"/>
            <a:ext cx="11064240" cy="1234440"/>
          </a:xfrm>
          <a:prstGeom prst="roundRect">
            <a:avLst>
              <a:gd name="adj" fmla="val 7407"/>
            </a:avLst>
          </a:prstGeom>
          <a:solidFill>
            <a:srgbClr val="F5F3FA"/>
          </a:solidFill>
          <a:ln/>
        </p:spPr>
        <p:txBody>
          <a:bodyPr/>
          <a:lstStyle/>
          <a:p>
            <a:endParaRPr lang="en-IN"/>
          </a:p>
        </p:txBody>
      </p:sp>
      <p:sp>
        <p:nvSpPr>
          <p:cNvPr id="7" name="Shape 5"/>
          <p:cNvSpPr/>
          <p:nvPr/>
        </p:nvSpPr>
        <p:spPr>
          <a:xfrm>
            <a:off x="822960" y="2286000"/>
            <a:ext cx="594360" cy="594360"/>
          </a:xfrm>
          <a:prstGeom prst="ellipse">
            <a:avLst/>
          </a:prstGeom>
          <a:solidFill>
            <a:srgbClr val="E8734A"/>
          </a:solidFill>
          <a:ln/>
        </p:spPr>
        <p:txBody>
          <a:bodyPr/>
          <a:lstStyle/>
          <a:p>
            <a:endParaRPr lang="en-IN"/>
          </a:p>
        </p:txBody>
      </p:sp>
      <p:sp>
        <p:nvSpPr>
          <p:cNvPr id="8" name="Text 6"/>
          <p:cNvSpPr/>
          <p:nvPr/>
        </p:nvSpPr>
        <p:spPr>
          <a:xfrm>
            <a:off x="822960" y="2286000"/>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Kannada" pitchFamily="34" charset="0"/>
                <a:ea typeface="Noto Sans Kannada" pitchFamily="34" charset="-122"/>
                <a:cs typeface="Noto Sans Kannada" pitchFamily="34" charset="-120"/>
              </a:rPr>
              <a:t>1</a:t>
            </a:r>
            <a:endParaRPr lang="en-US" sz="1800" dirty="0"/>
          </a:p>
        </p:txBody>
      </p:sp>
      <p:sp>
        <p:nvSpPr>
          <p:cNvPr id="9" name="Text 7"/>
          <p:cNvSpPr/>
          <p:nvPr/>
        </p:nvSpPr>
        <p:spPr>
          <a:xfrm>
            <a:off x="1691640" y="2057400"/>
            <a:ext cx="9692640" cy="1051560"/>
          </a:xfrm>
          <a:prstGeom prst="rect">
            <a:avLst/>
          </a:prstGeom>
          <a:noFill/>
          <a:ln/>
        </p:spPr>
        <p:txBody>
          <a:bodyPr wrap="square" lIns="0" tIns="0" rIns="0" bIns="0" rtlCol="0" anchor="ctr"/>
          <a:lstStyle/>
          <a:p>
            <a:pPr marL="0" indent="0">
              <a:buNone/>
            </a:pPr>
            <a:r>
              <a:rPr lang="en-US" sz="1350" dirty="0">
                <a:solidFill>
                  <a:srgbClr val="1A1A2E"/>
                </a:solidFill>
                <a:latin typeface="Noto Sans Kannada" pitchFamily="34" charset="0"/>
                <a:ea typeface="Noto Sans Kannada" pitchFamily="34" charset="-122"/>
                <a:cs typeface="Noto Sans Kannada" pitchFamily="34" charset="-120"/>
              </a:rPr>
              <a:t>ಕಥೆಯ ಬಗ್ಗೆ ನಿಮಗೆ ಏನೆನಿಸಿತು?</a:t>
            </a:r>
            <a:endParaRPr lang="en-US" sz="1350" dirty="0"/>
          </a:p>
        </p:txBody>
      </p:sp>
      <p:sp>
        <p:nvSpPr>
          <p:cNvPr id="10" name="Shape 8"/>
          <p:cNvSpPr/>
          <p:nvPr/>
        </p:nvSpPr>
        <p:spPr>
          <a:xfrm>
            <a:off x="548640" y="3383280"/>
            <a:ext cx="11064240" cy="1234440"/>
          </a:xfrm>
          <a:prstGeom prst="roundRect">
            <a:avLst>
              <a:gd name="adj" fmla="val 7407"/>
            </a:avLst>
          </a:prstGeom>
          <a:solidFill>
            <a:srgbClr val="F5F3FA"/>
          </a:solidFill>
          <a:ln/>
        </p:spPr>
        <p:txBody>
          <a:bodyPr/>
          <a:lstStyle/>
          <a:p>
            <a:endParaRPr lang="en-IN"/>
          </a:p>
        </p:txBody>
      </p:sp>
      <p:sp>
        <p:nvSpPr>
          <p:cNvPr id="11" name="Shape 9"/>
          <p:cNvSpPr/>
          <p:nvPr/>
        </p:nvSpPr>
        <p:spPr>
          <a:xfrm>
            <a:off x="822960" y="3703320"/>
            <a:ext cx="594360" cy="594360"/>
          </a:xfrm>
          <a:prstGeom prst="ellipse">
            <a:avLst/>
          </a:prstGeom>
          <a:solidFill>
            <a:srgbClr val="E8734A"/>
          </a:solidFill>
          <a:ln/>
        </p:spPr>
        <p:txBody>
          <a:bodyPr/>
          <a:lstStyle/>
          <a:p>
            <a:endParaRPr lang="en-IN"/>
          </a:p>
        </p:txBody>
      </p:sp>
      <p:sp>
        <p:nvSpPr>
          <p:cNvPr id="12" name="Text 10"/>
          <p:cNvSpPr/>
          <p:nvPr/>
        </p:nvSpPr>
        <p:spPr>
          <a:xfrm>
            <a:off x="822960" y="3703320"/>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Kannada" pitchFamily="34" charset="0"/>
                <a:ea typeface="Noto Sans Kannada" pitchFamily="34" charset="-122"/>
                <a:cs typeface="Noto Sans Kannada" pitchFamily="34" charset="-120"/>
              </a:rPr>
              <a:t>2</a:t>
            </a:r>
            <a:endParaRPr lang="en-US" sz="1800" dirty="0"/>
          </a:p>
        </p:txBody>
      </p:sp>
      <p:sp>
        <p:nvSpPr>
          <p:cNvPr id="13" name="Text 11"/>
          <p:cNvSpPr/>
          <p:nvPr/>
        </p:nvSpPr>
        <p:spPr>
          <a:xfrm>
            <a:off x="1691640" y="3474720"/>
            <a:ext cx="9692640" cy="1051560"/>
          </a:xfrm>
          <a:prstGeom prst="rect">
            <a:avLst/>
          </a:prstGeom>
          <a:noFill/>
          <a:ln/>
        </p:spPr>
        <p:txBody>
          <a:bodyPr wrap="square" lIns="0" tIns="0" rIns="0" bIns="0" rtlCol="0" anchor="ctr"/>
          <a:lstStyle/>
          <a:p>
            <a:pPr marL="0" indent="0">
              <a:buNone/>
            </a:pPr>
            <a:r>
              <a:rPr lang="en-US" sz="1350" dirty="0">
                <a:solidFill>
                  <a:srgbClr val="1A1A2E"/>
                </a:solidFill>
                <a:latin typeface="Noto Sans Kannada" pitchFamily="34" charset="0"/>
                <a:ea typeface="Noto Sans Kannada" pitchFamily="34" charset="-122"/>
                <a:cs typeface="Noto Sans Kannada" pitchFamily="34" charset="-120"/>
              </a:rPr>
              <a:t>ಪ್ರಾಣಿಗಳ </a:t>
            </a:r>
            <a:r>
              <a:rPr lang="en-US" sz="1350" dirty="0" err="1">
                <a:solidFill>
                  <a:srgbClr val="1A1A2E"/>
                </a:solidFill>
                <a:latin typeface="Noto Sans Kannada" pitchFamily="34" charset="0"/>
                <a:ea typeface="Noto Sans Kannada" pitchFamily="34" charset="-122"/>
                <a:cs typeface="Noto Sans Kannada" pitchFamily="34" charset="-120"/>
              </a:rPr>
              <a:t>ಕೆಲವು</a:t>
            </a:r>
            <a:r>
              <a:rPr lang="en-US" sz="1350" dirty="0">
                <a:solidFill>
                  <a:srgbClr val="1A1A2E"/>
                </a:solidFill>
                <a:latin typeface="Noto Sans Kannada" pitchFamily="34" charset="0"/>
                <a:ea typeface="Noto Sans Kannada" pitchFamily="34" charset="-122"/>
                <a:cs typeface="Noto Sans Kannada" pitchFamily="34" charset="-120"/>
              </a:rPr>
              <a:t> ಹಕ್ಕುಗಳು </a:t>
            </a:r>
            <a:r>
              <a:rPr lang="en-US" sz="1350" dirty="0" err="1">
                <a:solidFill>
                  <a:srgbClr val="1A1A2E"/>
                </a:solidFill>
                <a:latin typeface="Noto Sans Kannada" pitchFamily="34" charset="0"/>
                <a:ea typeface="Noto Sans Kannada" pitchFamily="34" charset="-122"/>
                <a:cs typeface="Noto Sans Kannada" pitchFamily="34" charset="-120"/>
              </a:rPr>
              <a:t>ಯಾವುವು</a:t>
            </a:r>
            <a:r>
              <a:rPr lang="en-US" sz="1350" dirty="0">
                <a:solidFill>
                  <a:srgbClr val="1A1A2E"/>
                </a:solidFill>
                <a:latin typeface="Noto Sans Kannada" pitchFamily="34" charset="0"/>
                <a:ea typeface="Noto Sans Kannada" pitchFamily="34" charset="-122"/>
                <a:cs typeface="Noto Sans Kannada" pitchFamily="34" charset="-120"/>
              </a:rPr>
              <a:t>?</a:t>
            </a:r>
            <a:endParaRPr lang="en-US" sz="1350" dirty="0"/>
          </a:p>
        </p:txBody>
      </p:sp>
      <p:sp>
        <p:nvSpPr>
          <p:cNvPr id="14" name="Shape 12"/>
          <p:cNvSpPr/>
          <p:nvPr/>
        </p:nvSpPr>
        <p:spPr>
          <a:xfrm>
            <a:off x="548640" y="4800600"/>
            <a:ext cx="11064240" cy="1234440"/>
          </a:xfrm>
          <a:prstGeom prst="roundRect">
            <a:avLst>
              <a:gd name="adj" fmla="val 7407"/>
            </a:avLst>
          </a:prstGeom>
          <a:solidFill>
            <a:srgbClr val="F5F3FA"/>
          </a:solidFill>
          <a:ln/>
        </p:spPr>
        <p:txBody>
          <a:bodyPr/>
          <a:lstStyle/>
          <a:p>
            <a:endParaRPr lang="en-IN"/>
          </a:p>
        </p:txBody>
      </p:sp>
      <p:sp>
        <p:nvSpPr>
          <p:cNvPr id="15" name="Shape 13"/>
          <p:cNvSpPr/>
          <p:nvPr/>
        </p:nvSpPr>
        <p:spPr>
          <a:xfrm>
            <a:off x="822960" y="5120640"/>
            <a:ext cx="594360" cy="594360"/>
          </a:xfrm>
          <a:prstGeom prst="ellipse">
            <a:avLst/>
          </a:prstGeom>
          <a:solidFill>
            <a:srgbClr val="E8734A"/>
          </a:solidFill>
          <a:ln/>
        </p:spPr>
        <p:txBody>
          <a:bodyPr/>
          <a:lstStyle/>
          <a:p>
            <a:endParaRPr lang="en-IN"/>
          </a:p>
        </p:txBody>
      </p:sp>
      <p:sp>
        <p:nvSpPr>
          <p:cNvPr id="16" name="Text 14"/>
          <p:cNvSpPr/>
          <p:nvPr/>
        </p:nvSpPr>
        <p:spPr>
          <a:xfrm>
            <a:off x="822960" y="5120640"/>
            <a:ext cx="594360" cy="594360"/>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Kannada" pitchFamily="34" charset="0"/>
                <a:ea typeface="Noto Sans Kannada" pitchFamily="34" charset="-122"/>
                <a:cs typeface="Noto Sans Kannada" pitchFamily="34" charset="-120"/>
              </a:rPr>
              <a:t>3</a:t>
            </a:r>
            <a:endParaRPr lang="en-US" sz="1800" dirty="0"/>
          </a:p>
        </p:txBody>
      </p:sp>
      <p:sp>
        <p:nvSpPr>
          <p:cNvPr id="17" name="Text 15"/>
          <p:cNvSpPr/>
          <p:nvPr/>
        </p:nvSpPr>
        <p:spPr>
          <a:xfrm>
            <a:off x="1691640" y="4892040"/>
            <a:ext cx="9692640" cy="1051560"/>
          </a:xfrm>
          <a:prstGeom prst="rect">
            <a:avLst/>
          </a:prstGeom>
          <a:noFill/>
          <a:ln/>
        </p:spPr>
        <p:txBody>
          <a:bodyPr wrap="square" lIns="0" tIns="0" rIns="0" bIns="0" rtlCol="0" anchor="ctr"/>
          <a:lstStyle/>
          <a:p>
            <a:pPr marL="0" indent="0">
              <a:buNone/>
            </a:pPr>
            <a:r>
              <a:rPr lang="en-US" sz="1350" dirty="0">
                <a:solidFill>
                  <a:srgbClr val="1A1A2E"/>
                </a:solidFill>
                <a:latin typeface="Noto Sans Kannada" pitchFamily="34" charset="0"/>
                <a:ea typeface="Noto Sans Kannada" pitchFamily="34" charset="-122"/>
                <a:cs typeface="Noto Sans Kannada" pitchFamily="34" charset="-120"/>
              </a:rPr>
              <a:t>ನೀವು ಅಥವಾ ನಿಮ್ಮ ಸುತ್ತಲಿನವರು ಪ್ರಾಣಿಗಳಿಗೆ ಸಹಾಯ ಮಾಡಿದ ಅನುಭವವಿದೆಯೇ?</a:t>
            </a:r>
            <a:endParaRPr lang="en-US" sz="1350" dirty="0"/>
          </a:p>
        </p:txBody>
      </p:sp>
      <p:sp>
        <p:nvSpPr>
          <p:cNvPr id="19" name="Text 17"/>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7" name="Text 5"/>
          <p:cNvSpPr/>
          <p:nvPr/>
        </p:nvSpPr>
        <p:spPr>
          <a:xfrm>
            <a:off x="548639" y="623571"/>
            <a:ext cx="9144000" cy="365760"/>
          </a:xfrm>
          <a:prstGeom prst="rect">
            <a:avLst/>
          </a:prstGeom>
          <a:noFill/>
          <a:ln/>
        </p:spPr>
        <p:txBody>
          <a:bodyPr wrap="square" lIns="0" tIns="0" rIns="0" bIns="0" rtlCol="0" anchor="ctr"/>
          <a:lstStyle/>
          <a:p>
            <a:r>
              <a:rPr lang="en-US" sz="2400" b="1" dirty="0" err="1">
                <a:solidFill>
                  <a:srgbClr val="1E3A6E"/>
                </a:solidFill>
                <a:latin typeface="Nirmala UI" panose="020B0502040204020203" pitchFamily="34" charset="0"/>
                <a:ea typeface="Nirmala UI" panose="020B0502040204020203" pitchFamily="34" charset="0"/>
                <a:cs typeface="Nirmala UI" panose="020B0502040204020203" pitchFamily="34" charset="0"/>
              </a:rPr>
              <a:t>ಚಿತ್ರ-ಸೂಚನೆ</a:t>
            </a:r>
            <a:r>
              <a:rPr lang="en-US" sz="2400" b="1" dirty="0">
                <a:solidFill>
                  <a:srgbClr val="1E3A6E"/>
                </a:solidFill>
                <a:latin typeface="Nirmala UI" panose="020B0502040204020203" pitchFamily="34" charset="0"/>
                <a:ea typeface="Nirmala UI" panose="020B0502040204020203" pitchFamily="34" charset="0"/>
                <a:cs typeface="Nirmala UI" panose="020B0502040204020203" pitchFamily="34" charset="0"/>
              </a:rPr>
              <a:t> </a:t>
            </a:r>
            <a:r>
              <a:rPr lang="en-IN" sz="2400" dirty="0" err="1">
                <a:latin typeface="Nirmala UI" panose="020B0502040204020203" pitchFamily="34" charset="0"/>
                <a:ea typeface="Nirmala UI" panose="020B0502040204020203" pitchFamily="34" charset="0"/>
                <a:cs typeface="Nirmala UI" panose="020B0502040204020203" pitchFamily="34" charset="0"/>
              </a:rPr>
              <a:t>ಚಟುವಟಿಕೆ</a:t>
            </a:r>
            <a:r>
              <a:rPr lang="en-US" sz="2400" b="1" dirty="0">
                <a:solidFill>
                  <a:srgbClr val="1E3A6E"/>
                </a:solidFill>
                <a:latin typeface="Nirmala UI" panose="020B0502040204020203" pitchFamily="34" charset="0"/>
                <a:ea typeface="Nirmala UI" panose="020B0502040204020203" pitchFamily="34" charset="0"/>
                <a:cs typeface="Nirmala UI" panose="020B0502040204020203" pitchFamily="34" charset="0"/>
              </a:rPr>
              <a:t>  (Picture-cue activity)</a:t>
            </a:r>
            <a:endParaRPr lang="en-US" sz="2400" dirty="0">
              <a:latin typeface="Nirmala UI" panose="020B0502040204020203" pitchFamily="34" charset="0"/>
              <a:ea typeface="Nirmala UI" panose="020B0502040204020203" pitchFamily="34" charset="0"/>
              <a:cs typeface="Nirmala UI" panose="020B0502040204020203" pitchFamily="34" charset="0"/>
            </a:endParaRPr>
          </a:p>
        </p:txBody>
      </p:sp>
      <p:sp>
        <p:nvSpPr>
          <p:cNvPr id="8" name="Shape 6"/>
          <p:cNvSpPr/>
          <p:nvPr/>
        </p:nvSpPr>
        <p:spPr>
          <a:xfrm>
            <a:off x="165867" y="1438295"/>
            <a:ext cx="6511379" cy="4736592"/>
          </a:xfrm>
          <a:prstGeom prst="roundRect">
            <a:avLst>
              <a:gd name="adj" fmla="val 5000"/>
            </a:avLst>
          </a:prstGeom>
          <a:solidFill>
            <a:srgbClr val="F5F3FA"/>
          </a:solidFill>
          <a:ln/>
        </p:spPr>
        <p:txBody>
          <a:bodyPr/>
          <a:lstStyle/>
          <a:p>
            <a:endParaRPr lang="en-IN"/>
          </a:p>
        </p:txBody>
      </p:sp>
      <p:sp>
        <p:nvSpPr>
          <p:cNvPr id="9" name="Text 7"/>
          <p:cNvSpPr/>
          <p:nvPr/>
        </p:nvSpPr>
        <p:spPr>
          <a:xfrm>
            <a:off x="363396" y="2284322"/>
            <a:ext cx="6116320" cy="3282696"/>
          </a:xfrm>
          <a:prstGeom prst="rect">
            <a:avLst/>
          </a:prstGeom>
          <a:noFill/>
          <a:ln/>
        </p:spPr>
        <p:txBody>
          <a:bodyPr wrap="square" lIns="0" tIns="0" rIns="0" bIns="0" rtlCol="0" anchor="ctr"/>
          <a:lstStyle/>
          <a:p>
            <a:pPr marL="342900" indent="-342900">
              <a:lnSpc>
                <a:spcPct val="200000"/>
              </a:lnSpc>
              <a:buFont typeface="Wingdings" panose="05000000000000000000" pitchFamily="2" charset="2"/>
              <a:buChar char="q"/>
            </a:pP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ವಿದ್ಯಾರ್ಥಿಗಳು</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ತಮ್ಮ</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ಗುಂಪುಗಳಲ್ಲಿ</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ಕುಳಿತಿದ್ದಾರೆಯೇ ಎಂದು ಪರಿಶೀಲಿಸಿ</a:t>
            </a:r>
            <a:endParaRPr lang="en-US" sz="1500" dirty="0">
              <a:latin typeface="Nirmala UI" panose="020B0502040204020203" pitchFamily="34" charset="0"/>
              <a:ea typeface="Nirmala UI" panose="020B0502040204020203" pitchFamily="34" charset="0"/>
              <a:cs typeface="Nirmala UI" panose="020B0502040204020203" pitchFamily="34" charset="0"/>
            </a:endParaRPr>
          </a:p>
          <a:p>
            <a:pPr marL="342900" indent="-342900">
              <a:lnSpc>
                <a:spcPct val="200000"/>
              </a:lnSpc>
              <a:buFont typeface="Wingdings" panose="05000000000000000000" pitchFamily="2" charset="2"/>
              <a:buChar char="q"/>
            </a:pP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k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ಅನುಬಂಧ </a:t>
            </a:r>
            <a:r>
              <a:rPr lang="e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2 </a:t>
            </a:r>
            <a:r>
              <a:rPr lang="k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ರ </a:t>
            </a:r>
            <a:r>
              <a:rPr lang="e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b="1" i="1" dirty="0">
                <a:solidFill>
                  <a:srgbClr val="6E6E80"/>
                </a:solidFill>
                <a:latin typeface="Nirmala UI" panose="020B0502040204020203" pitchFamily="34" charset="0"/>
                <a:ea typeface="Nirmala UI" panose="020B0502040204020203" pitchFamily="34" charset="0"/>
                <a:cs typeface="Nirmala UI" panose="020B0502040204020203" pitchFamily="34" charset="0"/>
              </a:rPr>
              <a:t>ಕರಪತ್ರ</a:t>
            </a:r>
            <a:r>
              <a:rPr lang="kn-IN" sz="1500" b="1" i="1" dirty="0">
                <a:solidFill>
                  <a:srgbClr val="6E6E80"/>
                </a:solidFill>
                <a:latin typeface="Nirmala UI" panose="020B0502040204020203" pitchFamily="34" charset="0"/>
                <a:ea typeface="Nirmala UI" panose="020B0502040204020203" pitchFamily="34" charset="0"/>
                <a:cs typeface="Nirmala UI" panose="020B0502040204020203" pitchFamily="34" charset="0"/>
              </a:rPr>
              <a:t>ವನ್ನು</a:t>
            </a:r>
            <a:r>
              <a:rPr lang="en-US" sz="1500" b="1" i="1" dirty="0">
                <a:solidFill>
                  <a:srgbClr val="6E6E80"/>
                </a:solidFill>
                <a:latin typeface="Nirmala UI" panose="020B0502040204020203" pitchFamily="34" charset="0"/>
                <a:ea typeface="Nirmala UI" panose="020B0502040204020203" pitchFamily="34" charset="0"/>
                <a:cs typeface="Nirmala UI" panose="020B0502040204020203" pitchFamily="34" charset="0"/>
              </a:rPr>
              <a:t> </a:t>
            </a:r>
            <a:r>
              <a:rPr lang="k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ಪ್ರತಿ ಗುಂಪಿಗೂ ವಿತರಿಸಿ</a:t>
            </a:r>
            <a:r>
              <a:rPr lang="e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6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ಗುಂಪುಗಳಿದ್ದರೆ</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ಕೆಲವು</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ಕರಪತ್ರಗಳನ್ನು</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ಪುನರಾವರ್ತಿಸಿ</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ಹಂಚಿ</a:t>
            </a:r>
            <a:endPar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endParaRPr>
          </a:p>
          <a:p>
            <a:pPr marL="342900" indent="-342900">
              <a:lnSpc>
                <a:spcPct val="200000"/>
              </a:lnSpc>
              <a:buFont typeface="Wingdings" panose="05000000000000000000" pitchFamily="2" charset="2"/>
              <a:buChar char="q"/>
            </a:pP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ಪ್ರತಿ</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ಗುಂಪು</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ಚಿತ್ರಗಳನ್ನು</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ನೋಡಿ</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ಹಕ್ಕುಗಳು</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ಮತ್ತು</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ಜವಾಬ್ದಾರಿಗಳನ್ನು</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ಊಹಿಸಿ</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ಪೇಪರ್</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ಮೇಲೆ</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ಬರೆ</a:t>
            </a:r>
            <a:r>
              <a:rPr lang="k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ಯಬೇಕು </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 (</a:t>
            </a:r>
            <a:r>
              <a:rPr lang="en-US" sz="1500" b="1" dirty="0">
                <a:solidFill>
                  <a:srgbClr val="1A1A2E"/>
                </a:solidFill>
                <a:latin typeface="Nirmala UI" panose="020B0502040204020203" pitchFamily="34" charset="0"/>
                <a:ea typeface="Nirmala UI" panose="020B0502040204020203" pitchFamily="34" charset="0"/>
                <a:cs typeface="Nirmala UI" panose="020B0502040204020203" pitchFamily="34" charset="0"/>
              </a:rPr>
              <a:t>10 </a:t>
            </a:r>
            <a:r>
              <a:rPr lang="en-US" sz="1500" b="1"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ನಿಮಿಷ</a:t>
            </a:r>
            <a:r>
              <a:rPr lang="en-US" sz="1500" b="1" dirty="0">
                <a:solidFill>
                  <a:srgbClr val="1A1A2E"/>
                </a:solidFill>
                <a:latin typeface="Nirmala UI" panose="020B0502040204020203" pitchFamily="34" charset="0"/>
                <a:ea typeface="Nirmala UI" panose="020B0502040204020203" pitchFamily="34" charset="0"/>
                <a:cs typeface="Nirmala UI" panose="020B0502040204020203" pitchFamily="34" charset="0"/>
              </a:rPr>
              <a:t> — </a:t>
            </a:r>
            <a:r>
              <a:rPr lang="en-US" sz="1500" b="1"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ಪ್ರತಿ</a:t>
            </a:r>
            <a:r>
              <a:rPr lang="en-US" sz="1500" b="1"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b="1"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ಕರಪತ್ರಕ್ಕೆ</a:t>
            </a:r>
            <a:r>
              <a:rPr lang="en-US" sz="1500" b="1" dirty="0">
                <a:solidFill>
                  <a:srgbClr val="1A1A2E"/>
                </a:solidFill>
                <a:latin typeface="Nirmala UI" panose="020B0502040204020203" pitchFamily="34" charset="0"/>
                <a:ea typeface="Nirmala UI" panose="020B0502040204020203" pitchFamily="34" charset="0"/>
                <a:cs typeface="Nirmala UI" panose="020B0502040204020203" pitchFamily="34" charset="0"/>
              </a:rPr>
              <a:t> 5 </a:t>
            </a:r>
            <a:r>
              <a:rPr lang="en-US" sz="1500" b="1"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ನಿಮಿಷ</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a:t>
            </a:r>
            <a:endParaRPr lang="en-US" sz="1500" dirty="0">
              <a:latin typeface="Nirmala UI" panose="020B0502040204020203" pitchFamily="34" charset="0"/>
              <a:ea typeface="Nirmala UI" panose="020B0502040204020203" pitchFamily="34" charset="0"/>
              <a:cs typeface="Nirmala UI" panose="020B0502040204020203" pitchFamily="34" charset="0"/>
            </a:endParaRPr>
          </a:p>
          <a:p>
            <a:pPr marL="285750" indent="-285750">
              <a:lnSpc>
                <a:spcPct val="200000"/>
              </a:lnSpc>
              <a:buFont typeface="Wingdings" panose="05000000000000000000" pitchFamily="2" charset="2"/>
              <a:buChar char="q"/>
            </a:pP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b="1" dirty="0">
                <a:solidFill>
                  <a:srgbClr val="1A1A2E"/>
                </a:solidFill>
                <a:latin typeface="Nirmala UI" panose="020B0502040204020203" pitchFamily="34" charset="0"/>
                <a:ea typeface="Nirmala UI" panose="020B0502040204020203" pitchFamily="34" charset="0"/>
                <a:cs typeface="Nirmala UI" panose="020B0502040204020203" pitchFamily="34" charset="0"/>
              </a:rPr>
              <a:t>5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ನಿಮಿಷಗಳ</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ನಂತರ</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ಗುಂಪುಗಳು</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ತಮ್ಮ</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ಪೇಪರ್</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ಕರಪತ್ರವನ್ನು</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ಪಕ್ಕದ</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ಗುಂಪಿನೊಂದಿಗೆ</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ಕೈಯಿಂದ</a:t>
            </a:r>
            <a:r>
              <a:rPr lang="en-US"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 </a:t>
            </a:r>
            <a:r>
              <a:rPr lang="en-US" sz="1500" dirty="0" err="1">
                <a:solidFill>
                  <a:srgbClr val="1A1A2E"/>
                </a:solidFill>
                <a:latin typeface="Nirmala UI" panose="020B0502040204020203" pitchFamily="34" charset="0"/>
                <a:ea typeface="Nirmala UI" panose="020B0502040204020203" pitchFamily="34" charset="0"/>
                <a:cs typeface="Nirmala UI" panose="020B0502040204020203" pitchFamily="34" charset="0"/>
              </a:rPr>
              <a:t>ಬದಲಾಯಿಸಿಕೊಳ್ಳ</a:t>
            </a:r>
            <a:r>
              <a:rPr lang="kn-IN" sz="1500" dirty="0">
                <a:solidFill>
                  <a:srgbClr val="1A1A2E"/>
                </a:solidFill>
                <a:latin typeface="Nirmala UI" panose="020B0502040204020203" pitchFamily="34" charset="0"/>
                <a:ea typeface="Nirmala UI" panose="020B0502040204020203" pitchFamily="34" charset="0"/>
                <a:cs typeface="Nirmala UI" panose="020B0502040204020203" pitchFamily="34" charset="0"/>
              </a:rPr>
              <a:t>ಬೇಕು </a:t>
            </a:r>
            <a:endParaRPr lang="en-US" sz="1500" dirty="0">
              <a:latin typeface="Nirmala UI" panose="020B0502040204020203" pitchFamily="34" charset="0"/>
              <a:ea typeface="Nirmala UI" panose="020B0502040204020203" pitchFamily="34" charset="0"/>
              <a:cs typeface="Nirmala UI" panose="020B0502040204020203" pitchFamily="34" charset="0"/>
            </a:endParaRPr>
          </a:p>
          <a:p>
            <a:pPr marL="342900" indent="-342900">
              <a:lnSpc>
                <a:spcPct val="135000"/>
              </a:lnSpc>
              <a:buFont typeface="+mj-lt"/>
              <a:buAutoNum type="arabicPeriod"/>
            </a:pPr>
            <a:endParaRPr lang="en-IN" sz="1500" dirty="0">
              <a:latin typeface="Nirmala UI" panose="020B0502040204020203" pitchFamily="34" charset="0"/>
              <a:ea typeface="Nirmala UI" panose="020B0502040204020203" pitchFamily="34" charset="0"/>
              <a:cs typeface="Nirmala UI" panose="020B0502040204020203" pitchFamily="34" charset="0"/>
            </a:endParaRPr>
          </a:p>
          <a:p>
            <a:pPr marL="342900" indent="-342900">
              <a:lnSpc>
                <a:spcPct val="135000"/>
              </a:lnSpc>
              <a:buFont typeface="+mj-lt"/>
              <a:buAutoNum type="arabicPeriod"/>
            </a:pPr>
            <a:endParaRPr lang="en-US" sz="1500" dirty="0">
              <a:latin typeface="Nirmala UI" panose="020B0502040204020203" pitchFamily="34" charset="0"/>
              <a:ea typeface="Nirmala UI" panose="020B0502040204020203" pitchFamily="34" charset="0"/>
              <a:cs typeface="Nirmala UI" panose="020B0502040204020203" pitchFamily="34" charset="0"/>
            </a:endParaRPr>
          </a:p>
        </p:txBody>
      </p:sp>
      <p:sp>
        <p:nvSpPr>
          <p:cNvPr id="14" name="Text 12"/>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8</a:t>
            </a:r>
            <a:endParaRPr lang="en-US" sz="900" dirty="0"/>
          </a:p>
        </p:txBody>
      </p:sp>
      <p:pic>
        <p:nvPicPr>
          <p:cNvPr id="15" name="Picture 14">
            <a:extLst>
              <a:ext uri="{FF2B5EF4-FFF2-40B4-BE49-F238E27FC236}">
                <a16:creationId xmlns:a16="http://schemas.microsoft.com/office/drawing/2014/main" id="{7FD32EDD-EB36-1CB7-02A0-5606B10C4E57}"/>
              </a:ext>
            </a:extLst>
          </p:cNvPr>
          <p:cNvPicPr>
            <a:picLocks noChangeAspect="1"/>
          </p:cNvPicPr>
          <p:nvPr/>
        </p:nvPicPr>
        <p:blipFill>
          <a:blip r:embed="rId3"/>
          <a:stretch>
            <a:fillRect/>
          </a:stretch>
        </p:blipFill>
        <p:spPr>
          <a:xfrm>
            <a:off x="6827520" y="2082303"/>
            <a:ext cx="5364480" cy="24954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6" name="Text 4"/>
          <p:cNvSpPr/>
          <p:nvPr/>
        </p:nvSpPr>
        <p:spPr>
          <a:xfrm>
            <a:off x="457200" y="489204"/>
            <a:ext cx="10515600" cy="502920"/>
          </a:xfrm>
          <a:prstGeom prst="rect">
            <a:avLst/>
          </a:prstGeom>
          <a:noFill/>
          <a:ln/>
        </p:spPr>
        <p:txBody>
          <a:bodyPr wrap="square" lIns="0" tIns="0" rIns="0" bIns="0" rtlCol="0" anchor="ctr"/>
          <a:lstStyle/>
          <a:p>
            <a:pPr marL="0" indent="0">
              <a:buNone/>
            </a:pPr>
            <a:r>
              <a:rPr lang="en-US" sz="2200" b="1" dirty="0" err="1">
                <a:solidFill>
                  <a:srgbClr val="1A1A2E"/>
                </a:solidFill>
                <a:latin typeface="Noto Sans Kannada" pitchFamily="34" charset="0"/>
                <a:ea typeface="Noto Sans Kannada" pitchFamily="34" charset="-122"/>
                <a:cs typeface="Noto Sans Kannada" pitchFamily="34" charset="-120"/>
              </a:rPr>
              <a:t>ಗುಂಪು</a:t>
            </a:r>
            <a:r>
              <a:rPr lang="en-US" sz="2200" b="1" dirty="0">
                <a:solidFill>
                  <a:srgbClr val="1A1A2E"/>
                </a:solidFill>
                <a:latin typeface="Noto Sans Kannada" pitchFamily="34" charset="0"/>
                <a:ea typeface="Noto Sans Kannada" pitchFamily="34" charset="-122"/>
                <a:cs typeface="Noto Sans Kannada" pitchFamily="34" charset="-120"/>
              </a:rPr>
              <a:t> ಚಟುವಟಿಕೆ ಸಮಯದಲ್ಲಿ</a:t>
            </a:r>
            <a:endParaRPr lang="en-US" sz="2200" dirty="0"/>
          </a:p>
        </p:txBody>
      </p:sp>
      <p:sp>
        <p:nvSpPr>
          <p:cNvPr id="7" name="Shape 5"/>
          <p:cNvSpPr/>
          <p:nvPr/>
        </p:nvSpPr>
        <p:spPr>
          <a:xfrm>
            <a:off x="731520" y="1737360"/>
            <a:ext cx="2743200" cy="2743200"/>
          </a:xfrm>
          <a:prstGeom prst="ellipse">
            <a:avLst/>
          </a:prstGeom>
          <a:solidFill>
            <a:srgbClr val="F5F3FA"/>
          </a:solidFill>
          <a:ln w="38100">
            <a:solidFill>
              <a:srgbClr val="1E3A6E"/>
            </a:solidFill>
            <a:prstDash val="solid"/>
          </a:ln>
        </p:spPr>
        <p:txBody>
          <a:bodyPr/>
          <a:lstStyle/>
          <a:p>
            <a:endParaRPr lang="en-IN"/>
          </a:p>
        </p:txBody>
      </p:sp>
      <p:sp>
        <p:nvSpPr>
          <p:cNvPr id="8" name="Text 6"/>
          <p:cNvSpPr/>
          <p:nvPr/>
        </p:nvSpPr>
        <p:spPr>
          <a:xfrm>
            <a:off x="731520" y="1737360"/>
            <a:ext cx="2743200" cy="2743200"/>
          </a:xfrm>
          <a:prstGeom prst="rect">
            <a:avLst/>
          </a:prstGeom>
          <a:noFill/>
          <a:ln/>
        </p:spPr>
        <p:txBody>
          <a:bodyPr wrap="square" lIns="0" tIns="0" rIns="0" bIns="0" rtlCol="0" anchor="ctr"/>
          <a:lstStyle/>
          <a:p>
            <a:pPr marL="0" indent="0" algn="ctr">
              <a:buNone/>
            </a:pPr>
            <a:r>
              <a:rPr lang="en-US" sz="3600" b="1" dirty="0">
                <a:solidFill>
                  <a:srgbClr val="1E3A6E"/>
                </a:solidFill>
                <a:latin typeface="Arial" panose="020B0604020202020204" pitchFamily="34" charset="0"/>
                <a:ea typeface="Noto Sans Kannada" pitchFamily="34" charset="-122"/>
                <a:cs typeface="Arial" panose="020B0604020202020204" pitchFamily="34" charset="0"/>
              </a:rPr>
              <a:t>10:00</a:t>
            </a:r>
            <a:endParaRPr lang="en-US" sz="3600" dirty="0">
              <a:latin typeface="Arial" panose="020B0604020202020204" pitchFamily="34" charset="0"/>
              <a:cs typeface="Arial" panose="020B0604020202020204" pitchFamily="34" charset="0"/>
            </a:endParaRPr>
          </a:p>
        </p:txBody>
      </p:sp>
      <p:sp>
        <p:nvSpPr>
          <p:cNvPr id="10" name="Shape 8"/>
          <p:cNvSpPr/>
          <p:nvPr/>
        </p:nvSpPr>
        <p:spPr>
          <a:xfrm>
            <a:off x="3840480" y="1737360"/>
            <a:ext cx="7772400" cy="4206240"/>
          </a:xfrm>
          <a:prstGeom prst="roundRect">
            <a:avLst>
              <a:gd name="adj" fmla="val 2174"/>
            </a:avLst>
          </a:prstGeom>
          <a:solidFill>
            <a:srgbClr val="F5F3FA"/>
          </a:solidFill>
          <a:ln/>
        </p:spPr>
        <p:txBody>
          <a:bodyPr/>
          <a:lstStyle/>
          <a:p>
            <a:endParaRPr lang="en-IN" dirty="0"/>
          </a:p>
        </p:txBody>
      </p:sp>
      <p:sp>
        <p:nvSpPr>
          <p:cNvPr id="11" name="Text 9"/>
          <p:cNvSpPr/>
          <p:nvPr/>
        </p:nvSpPr>
        <p:spPr>
          <a:xfrm>
            <a:off x="4114800" y="1920240"/>
            <a:ext cx="7223760" cy="3840480"/>
          </a:xfrm>
          <a:prstGeom prst="rect">
            <a:avLst/>
          </a:prstGeom>
          <a:noFill/>
          <a:ln/>
        </p:spPr>
        <p:txBody>
          <a:bodyPr wrap="square" lIns="0" tIns="0" rIns="0" bIns="0" rtlCol="0" anchor="ctr"/>
          <a:lstStyle/>
          <a:p>
            <a:pPr marL="0" indent="0">
              <a:lnSpc>
                <a:spcPct val="130000"/>
              </a:lnSpc>
              <a:buNone/>
            </a:pPr>
            <a:endParaRPr lang="en-US" dirty="0"/>
          </a:p>
          <a:p>
            <a:pPr marL="0" indent="0">
              <a:lnSpc>
                <a:spcPct val="130000"/>
              </a:lnSpc>
              <a:buNone/>
            </a:pPr>
            <a:r>
              <a:rPr lang="en-US" dirty="0">
                <a:solidFill>
                  <a:srgbClr val="1A1A2E"/>
                </a:solidFill>
                <a:latin typeface="Noto Sans Kannada" pitchFamily="34" charset="0"/>
                <a:ea typeface="Noto Sans Kannada" pitchFamily="34" charset="-122"/>
                <a:cs typeface="Noto Sans Kannada" pitchFamily="34" charset="-120"/>
              </a:rPr>
              <a:t>•</a:t>
            </a:r>
            <a:r>
              <a:rPr lang="en-US" dirty="0" err="1">
                <a:solidFill>
                  <a:srgbClr val="1A1A2E"/>
                </a:solidFill>
                <a:latin typeface="Noto Sans Kannada" pitchFamily="34" charset="0"/>
                <a:ea typeface="Noto Sans Kannada" pitchFamily="34" charset="-122"/>
                <a:cs typeface="Noto Sans Kannada" pitchFamily="34" charset="-120"/>
              </a:rPr>
              <a:t>ಎಲ್ಲಾ</a:t>
            </a:r>
            <a:r>
              <a:rPr lang="en-US" dirty="0">
                <a:solidFill>
                  <a:srgbClr val="1A1A2E"/>
                </a:solidFill>
                <a:latin typeface="Noto Sans Kannada" pitchFamily="34" charset="0"/>
                <a:ea typeface="Noto Sans Kannada" pitchFamily="34" charset="-122"/>
                <a:cs typeface="Noto Sans Kannada" pitchFamily="34" charset="-120"/>
              </a:rPr>
              <a:t> ಗುಂಪುಗಳು ತಮ್ಮ ಪೇಪರ್ ಮೇಲೆ ಹಕ್ಕುಗಳು ಮತ್ತು ಜವಾಬ್ದಾರಿಗಳನ್ನು ಪಟ್ಟಿ ಮಾಡುತ್ತಿರುವುದನ್ನು ಖಾತ್ರಿಪಡಿಸಿಕೊಳ್ಳಿ</a:t>
            </a:r>
            <a:endParaRPr lang="en-US" dirty="0"/>
          </a:p>
          <a:p>
            <a:pPr marL="0" indent="0">
              <a:lnSpc>
                <a:spcPct val="130000"/>
              </a:lnSpc>
              <a:buNone/>
            </a:pPr>
            <a:endParaRPr lang="en-US" dirty="0"/>
          </a:p>
          <a:p>
            <a:pPr marL="0" indent="0">
              <a:lnSpc>
                <a:spcPct val="130000"/>
              </a:lnSpc>
              <a:buNone/>
            </a:pPr>
            <a:r>
              <a:rPr lang="en-US" dirty="0">
                <a:solidFill>
                  <a:srgbClr val="1A1A2E"/>
                </a:solidFill>
                <a:latin typeface="Noto Sans Kannada" pitchFamily="34" charset="0"/>
                <a:ea typeface="Noto Sans Kannada" pitchFamily="34" charset="-122"/>
                <a:cs typeface="Noto Sans Kannada" pitchFamily="34" charset="-120"/>
              </a:rPr>
              <a:t>• 5 ನಿಮಿಷಗಳ ನಂತರ, ಬೋರ್ಡ್ ಟೈಮರ್ ಮುಗಿದಾಗ, ಗುಂಪುಗಳು ತಮ್ಮ ಪೇಪರ್ ಕರಪತ್ರವನ್ನು ಪಕ್ಕದ ಗುಂಪಿನೊಂದಿಗೆ ಕೈಯಿಂದ ಬದಲಾಯಿಸಿಕೊಳ್ಳಲಿ</a:t>
            </a:r>
            <a:endParaRPr lang="en-US" dirty="0"/>
          </a:p>
        </p:txBody>
      </p:sp>
      <p:sp>
        <p:nvSpPr>
          <p:cNvPr id="13" name="Text 11"/>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11</a:t>
            </a:r>
            <a:endParaRPr lang="en-US" sz="900" dirty="0"/>
          </a:p>
        </p:txBody>
      </p:sp>
      <p:sp>
        <p:nvSpPr>
          <p:cNvPr id="15" name="TextBox 14">
            <a:extLst>
              <a:ext uri="{FF2B5EF4-FFF2-40B4-BE49-F238E27FC236}">
                <a16:creationId xmlns:a16="http://schemas.microsoft.com/office/drawing/2014/main" id="{AE31A7A2-415E-80CE-8518-33B8C3CFF1D2}"/>
              </a:ext>
            </a:extLst>
          </p:cNvPr>
          <p:cNvSpPr txBox="1"/>
          <p:nvPr/>
        </p:nvSpPr>
        <p:spPr>
          <a:xfrm>
            <a:off x="6427824" y="284873"/>
            <a:ext cx="5432351" cy="612475"/>
          </a:xfrm>
          <a:prstGeom prst="rect">
            <a:avLst/>
          </a:prstGeom>
          <a:noFill/>
        </p:spPr>
        <p:txBody>
          <a:bodyPr wrap="square">
            <a:spAutoFit/>
          </a:bodyPr>
          <a:lstStyle/>
          <a:p>
            <a:pPr marL="0" indent="0">
              <a:lnSpc>
                <a:spcPct val="130000"/>
              </a:lnSpc>
              <a:buNone/>
            </a:pPr>
            <a:r>
              <a:rPr lang="en-US" sz="1300" dirty="0">
                <a:solidFill>
                  <a:srgbClr val="1A1A2E"/>
                </a:solidFill>
                <a:latin typeface="Noto Sans Kannada" pitchFamily="34" charset="0"/>
                <a:ea typeface="Noto Sans Kannada" pitchFamily="34" charset="-122"/>
                <a:cs typeface="Noto Sans Kannada" pitchFamily="34" charset="-120"/>
              </a:rPr>
              <a:t>Teacher Tip: </a:t>
            </a:r>
            <a:r>
              <a:rPr lang="en-US" sz="1300" dirty="0" err="1">
                <a:solidFill>
                  <a:srgbClr val="1A1A2E"/>
                </a:solidFill>
                <a:latin typeface="Noto Sans Kannada" pitchFamily="34" charset="0"/>
                <a:ea typeface="Noto Sans Kannada" pitchFamily="34" charset="-122"/>
                <a:cs typeface="Noto Sans Kannada" pitchFamily="34" charset="-120"/>
              </a:rPr>
              <a:t>ಶಿಕ್ಷಕರು</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ಕೊಠಡಿಯ</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ಎಲ್ಲಾ</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ಗುಂಪುಗಳ</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ಬಳಿ</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ಭೌತಿಕವಾಗಿ</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ಸುತ್ತಾಡಿ</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ಪ್ರತಿಯೊಬ್ಬ</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ಸದಸ್ಯರೂ</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ಚರ್ಚೆಯಲ್ಲಿ</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ಭಾಗಿಯಾಗುತ್ತಿದ್ದಾರೆಯೇ</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ಎಂದು</a:t>
            </a:r>
            <a:r>
              <a:rPr lang="en-US" sz="1300" dirty="0">
                <a:solidFill>
                  <a:srgbClr val="1A1A2E"/>
                </a:solidFill>
                <a:latin typeface="Noto Sans Kannada" pitchFamily="34" charset="0"/>
                <a:ea typeface="Noto Sans Kannada" pitchFamily="34" charset="-122"/>
                <a:cs typeface="Noto Sans Kannada" pitchFamily="34" charset="-120"/>
              </a:rPr>
              <a:t> </a:t>
            </a:r>
            <a:r>
              <a:rPr lang="en-US" sz="1300" dirty="0" err="1">
                <a:solidFill>
                  <a:srgbClr val="1A1A2E"/>
                </a:solidFill>
                <a:latin typeface="Noto Sans Kannada" pitchFamily="34" charset="0"/>
                <a:ea typeface="Noto Sans Kannada" pitchFamily="34" charset="-122"/>
                <a:cs typeface="Noto Sans Kannada" pitchFamily="34" charset="-120"/>
              </a:rPr>
              <a:t>ಖಾತ್ರಿಪಡಿಸಿಕೊಳ್ಳಿ</a:t>
            </a:r>
            <a:endParaRPr lang="en-US" sz="1300" dirty="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4FAE131-23AA-53E5-24AC-988E7D7A89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168272-0FC3-EE8A-A145-719059F252AD}"/>
              </a:ext>
            </a:extLst>
          </p:cNvPr>
          <p:cNvSpPr/>
          <p:nvPr/>
        </p:nvSpPr>
        <p:spPr>
          <a:xfrm>
            <a:off x="457200" y="320040"/>
            <a:ext cx="6299200" cy="457200"/>
          </a:xfrm>
          <a:prstGeom prst="roundRect">
            <a:avLst>
              <a:gd name="adj" fmla="val 50000"/>
            </a:avLst>
          </a:prstGeom>
          <a:solidFill>
            <a:srgbClr val="6A2C91"/>
          </a:solidFill>
          <a:ln/>
        </p:spPr>
        <p:txBody>
          <a:bodyPr/>
          <a:lstStyle/>
          <a:p>
            <a:endParaRPr lang="en-IN"/>
          </a:p>
        </p:txBody>
      </p:sp>
      <p:sp>
        <p:nvSpPr>
          <p:cNvPr id="3" name="Text 1">
            <a:extLst>
              <a:ext uri="{FF2B5EF4-FFF2-40B4-BE49-F238E27FC236}">
                <a16:creationId xmlns:a16="http://schemas.microsoft.com/office/drawing/2014/main" id="{114A88B5-5953-AE18-5392-272F9F1FD7ED}"/>
              </a:ext>
            </a:extLst>
          </p:cNvPr>
          <p:cNvSpPr/>
          <p:nvPr/>
        </p:nvSpPr>
        <p:spPr>
          <a:xfrm>
            <a:off x="457200" y="320040"/>
            <a:ext cx="5801360"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Noto Sans Kannada" pitchFamily="34" charset="0"/>
                <a:ea typeface="Noto Sans Kannada" pitchFamily="34" charset="-122"/>
                <a:cs typeface="Noto Sans Kannada" pitchFamily="34" charset="-120"/>
              </a:rPr>
              <a:t>✍️ ಬೋರ್ಡ್ ಮೇಲೆ ಬರೆಯಿರಿ</a:t>
            </a:r>
            <a:endParaRPr lang="en-US" sz="2400" dirty="0"/>
          </a:p>
        </p:txBody>
      </p:sp>
      <p:sp>
        <p:nvSpPr>
          <p:cNvPr id="9" name="Text 7">
            <a:extLst>
              <a:ext uri="{FF2B5EF4-FFF2-40B4-BE49-F238E27FC236}">
                <a16:creationId xmlns:a16="http://schemas.microsoft.com/office/drawing/2014/main" id="{EB24FBAB-DC66-595F-23F2-DF6A23F37EA1}"/>
              </a:ext>
            </a:extLst>
          </p:cNvPr>
          <p:cNvSpPr/>
          <p:nvPr/>
        </p:nvSpPr>
        <p:spPr>
          <a:xfrm>
            <a:off x="777240" y="214884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ಜೀವಿಸುವುದು</a:t>
            </a:r>
            <a:endParaRPr lang="en-US" sz="1700" dirty="0"/>
          </a:p>
        </p:txBody>
      </p:sp>
      <p:sp>
        <p:nvSpPr>
          <p:cNvPr id="11" name="Text 9">
            <a:extLst>
              <a:ext uri="{FF2B5EF4-FFF2-40B4-BE49-F238E27FC236}">
                <a16:creationId xmlns:a16="http://schemas.microsoft.com/office/drawing/2014/main" id="{B94FF520-38DE-AD58-0166-363EA5356FA5}"/>
              </a:ext>
            </a:extLst>
          </p:cNvPr>
          <p:cNvSpPr/>
          <p:nvPr/>
        </p:nvSpPr>
        <p:spPr>
          <a:xfrm>
            <a:off x="-3057473" y="1965127"/>
            <a:ext cx="7871408" cy="2470673"/>
          </a:xfrm>
          <a:prstGeom prst="rect">
            <a:avLst/>
          </a:prstGeom>
          <a:noFill/>
          <a:ln/>
        </p:spPr>
        <p:txBody>
          <a:bodyPr wrap="square" lIns="0" tIns="0" rIns="0" bIns="0" rtlCol="0" anchor="ctr"/>
          <a:lstStyle/>
          <a:p>
            <a:pPr marL="0" indent="0" algn="ctr">
              <a:buNone/>
            </a:pPr>
            <a:endParaRPr lang="en-US" sz="1100" dirty="0"/>
          </a:p>
        </p:txBody>
      </p:sp>
      <p:sp>
        <p:nvSpPr>
          <p:cNvPr id="13" name="Text 11">
            <a:extLst>
              <a:ext uri="{FF2B5EF4-FFF2-40B4-BE49-F238E27FC236}">
                <a16:creationId xmlns:a16="http://schemas.microsoft.com/office/drawing/2014/main" id="{B97E6960-92C5-60A6-368A-97C8E21138AE}"/>
              </a:ext>
            </a:extLst>
          </p:cNvPr>
          <p:cNvSpPr/>
          <p:nvPr/>
        </p:nvSpPr>
        <p:spPr>
          <a:xfrm>
            <a:off x="6400800" y="214884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ರಕ್ಷಣೆ</a:t>
            </a:r>
            <a:endParaRPr lang="en-US" sz="1700" dirty="0"/>
          </a:p>
        </p:txBody>
      </p:sp>
      <p:sp>
        <p:nvSpPr>
          <p:cNvPr id="14" name="Shape 12">
            <a:extLst>
              <a:ext uri="{FF2B5EF4-FFF2-40B4-BE49-F238E27FC236}">
                <a16:creationId xmlns:a16="http://schemas.microsoft.com/office/drawing/2014/main" id="{B695B861-1AD6-0E32-9609-5D514FBF7D73}"/>
              </a:ext>
            </a:extLst>
          </p:cNvPr>
          <p:cNvSpPr/>
          <p:nvPr/>
        </p:nvSpPr>
        <p:spPr>
          <a:xfrm>
            <a:off x="6400800" y="2697480"/>
            <a:ext cx="4983480" cy="1097280"/>
          </a:xfrm>
          <a:prstGeom prst="rect">
            <a:avLst/>
          </a:prstGeom>
          <a:solidFill>
            <a:srgbClr val="FFFFFF"/>
          </a:solidFill>
          <a:ln/>
        </p:spPr>
        <p:txBody>
          <a:bodyPr/>
          <a:lstStyle/>
          <a:p>
            <a:endParaRPr lang="en-IN"/>
          </a:p>
        </p:txBody>
      </p:sp>
      <p:sp>
        <p:nvSpPr>
          <p:cNvPr id="15" name="Text 13">
            <a:extLst>
              <a:ext uri="{FF2B5EF4-FFF2-40B4-BE49-F238E27FC236}">
                <a16:creationId xmlns:a16="http://schemas.microsoft.com/office/drawing/2014/main" id="{F6943B61-7DD2-0940-B380-9ED7E03DE40B}"/>
              </a:ext>
            </a:extLst>
          </p:cNvPr>
          <p:cNvSpPr/>
          <p:nvPr/>
        </p:nvSpPr>
        <p:spPr>
          <a:xfrm>
            <a:off x="6537960" y="269748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17" name="Text 15">
            <a:extLst>
              <a:ext uri="{FF2B5EF4-FFF2-40B4-BE49-F238E27FC236}">
                <a16:creationId xmlns:a16="http://schemas.microsoft.com/office/drawing/2014/main" id="{D3B81689-2A50-CB09-B2E4-B549E6CD9C8E}"/>
              </a:ext>
            </a:extLst>
          </p:cNvPr>
          <p:cNvSpPr/>
          <p:nvPr/>
        </p:nvSpPr>
        <p:spPr>
          <a:xfrm>
            <a:off x="777240" y="429768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ಭಾಗವಹಿಸುವಿಕೆ</a:t>
            </a:r>
            <a:endParaRPr lang="en-US" sz="1700" dirty="0"/>
          </a:p>
        </p:txBody>
      </p:sp>
      <p:sp>
        <p:nvSpPr>
          <p:cNvPr id="19" name="Text 17">
            <a:extLst>
              <a:ext uri="{FF2B5EF4-FFF2-40B4-BE49-F238E27FC236}">
                <a16:creationId xmlns:a16="http://schemas.microsoft.com/office/drawing/2014/main" id="{5E755E66-083C-452A-C214-3553EB183E6A}"/>
              </a:ext>
            </a:extLst>
          </p:cNvPr>
          <p:cNvSpPr/>
          <p:nvPr/>
        </p:nvSpPr>
        <p:spPr>
          <a:xfrm>
            <a:off x="914400" y="484632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22" name="Shape 20">
            <a:extLst>
              <a:ext uri="{FF2B5EF4-FFF2-40B4-BE49-F238E27FC236}">
                <a16:creationId xmlns:a16="http://schemas.microsoft.com/office/drawing/2014/main" id="{ED1D0DC9-0F0A-213F-D3F5-66DF3AC37357}"/>
              </a:ext>
            </a:extLst>
          </p:cNvPr>
          <p:cNvSpPr/>
          <p:nvPr/>
        </p:nvSpPr>
        <p:spPr>
          <a:xfrm>
            <a:off x="6400800" y="4846320"/>
            <a:ext cx="4983480" cy="1097280"/>
          </a:xfrm>
          <a:prstGeom prst="rect">
            <a:avLst/>
          </a:prstGeom>
          <a:solidFill>
            <a:srgbClr val="FFFFFF"/>
          </a:solidFill>
          <a:ln/>
        </p:spPr>
        <p:txBody>
          <a:bodyPr/>
          <a:lstStyle/>
          <a:p>
            <a:endParaRPr lang="en-IN"/>
          </a:p>
        </p:txBody>
      </p:sp>
      <p:sp>
        <p:nvSpPr>
          <p:cNvPr id="23" name="Text 21">
            <a:extLst>
              <a:ext uri="{FF2B5EF4-FFF2-40B4-BE49-F238E27FC236}">
                <a16:creationId xmlns:a16="http://schemas.microsoft.com/office/drawing/2014/main" id="{781E724D-6F2A-3E80-4B1D-FDCEC2DC52B5}"/>
              </a:ext>
            </a:extLst>
          </p:cNvPr>
          <p:cNvSpPr/>
          <p:nvPr/>
        </p:nvSpPr>
        <p:spPr>
          <a:xfrm>
            <a:off x="6537960" y="484632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24" name="Text 22">
            <a:extLst>
              <a:ext uri="{FF2B5EF4-FFF2-40B4-BE49-F238E27FC236}">
                <a16:creationId xmlns:a16="http://schemas.microsoft.com/office/drawing/2014/main" id="{63099BF2-56DA-42F0-4473-687AD0DEBAC9}"/>
              </a:ext>
            </a:extLst>
          </p:cNvPr>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6E6E80"/>
                </a:solidFill>
                <a:latin typeface="Noto Sans Kannada" pitchFamily="34" charset="0"/>
                <a:ea typeface="Noto Sans Kannada" pitchFamily="34" charset="-122"/>
                <a:cs typeface="Noto Sans Kannada" pitchFamily="34" charset="-120"/>
              </a:rPr>
              <a:t>ಮಕ್ಕಳ ಹಕ್ಕುಗಳು — ಡಿಜಿಟಲ್ ಬೋರ್ಡ್ ತರಗತಿ ಅವಧಿ</a:t>
            </a:r>
            <a:endParaRPr lang="en-US" sz="900" dirty="0"/>
          </a:p>
        </p:txBody>
      </p:sp>
      <p:sp>
        <p:nvSpPr>
          <p:cNvPr id="25" name="Text 23">
            <a:extLst>
              <a:ext uri="{FF2B5EF4-FFF2-40B4-BE49-F238E27FC236}">
                <a16:creationId xmlns:a16="http://schemas.microsoft.com/office/drawing/2014/main" id="{C4DD882E-0106-FD5C-4D84-B86673E41C0D}"/>
              </a:ext>
            </a:extLst>
          </p:cNvPr>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12</a:t>
            </a:r>
            <a:endParaRPr lang="en-US" sz="900" dirty="0"/>
          </a:p>
        </p:txBody>
      </p:sp>
      <p:sp>
        <p:nvSpPr>
          <p:cNvPr id="31" name="TextBox 30">
            <a:extLst>
              <a:ext uri="{FF2B5EF4-FFF2-40B4-BE49-F238E27FC236}">
                <a16:creationId xmlns:a16="http://schemas.microsoft.com/office/drawing/2014/main" id="{F5505710-E97B-77EA-D4A9-0666BC72F8DF}"/>
              </a:ext>
            </a:extLst>
          </p:cNvPr>
          <p:cNvSpPr txBox="1"/>
          <p:nvPr/>
        </p:nvSpPr>
        <p:spPr>
          <a:xfrm>
            <a:off x="2250440" y="3861872"/>
            <a:ext cx="1290320" cy="369332"/>
          </a:xfrm>
          <a:prstGeom prst="rect">
            <a:avLst/>
          </a:prstGeom>
          <a:noFill/>
        </p:spPr>
        <p:txBody>
          <a:bodyPr wrap="square" rtlCol="0">
            <a:spAutoFit/>
          </a:bodyPr>
          <a:lstStyle/>
          <a:p>
            <a:endParaRPr lang="en-IN" dirty="0"/>
          </a:p>
        </p:txBody>
      </p:sp>
      <p:sp>
        <p:nvSpPr>
          <p:cNvPr id="33" name="TextBox 32">
            <a:extLst>
              <a:ext uri="{FF2B5EF4-FFF2-40B4-BE49-F238E27FC236}">
                <a16:creationId xmlns:a16="http://schemas.microsoft.com/office/drawing/2014/main" id="{A97D6C41-F32E-7C47-B330-987E747D9101}"/>
              </a:ext>
            </a:extLst>
          </p:cNvPr>
          <p:cNvSpPr txBox="1"/>
          <p:nvPr/>
        </p:nvSpPr>
        <p:spPr>
          <a:xfrm>
            <a:off x="4265295" y="3789244"/>
            <a:ext cx="1290320" cy="369332"/>
          </a:xfrm>
          <a:prstGeom prst="rect">
            <a:avLst/>
          </a:prstGeom>
          <a:noFill/>
        </p:spPr>
        <p:txBody>
          <a:bodyPr wrap="square" rtlCol="0">
            <a:spAutoFit/>
          </a:bodyPr>
          <a:lstStyle/>
          <a:p>
            <a:endParaRPr lang="en-IN" dirty="0"/>
          </a:p>
        </p:txBody>
      </p:sp>
      <p:sp>
        <p:nvSpPr>
          <p:cNvPr id="37" name="TextBox 36">
            <a:extLst>
              <a:ext uri="{FF2B5EF4-FFF2-40B4-BE49-F238E27FC236}">
                <a16:creationId xmlns:a16="http://schemas.microsoft.com/office/drawing/2014/main" id="{B06E1A34-19B4-69A3-656B-E0C7D62B87CF}"/>
              </a:ext>
            </a:extLst>
          </p:cNvPr>
          <p:cNvSpPr txBox="1"/>
          <p:nvPr/>
        </p:nvSpPr>
        <p:spPr>
          <a:xfrm>
            <a:off x="6035040" y="2170137"/>
            <a:ext cx="7625080" cy="323165"/>
          </a:xfrm>
          <a:prstGeom prst="rect">
            <a:avLst/>
          </a:prstGeom>
          <a:noFill/>
        </p:spPr>
        <p:txBody>
          <a:bodyPr wrap="square">
            <a:spAutoFit/>
          </a:bodyPr>
          <a:lstStyle/>
          <a:p>
            <a:pPr marL="0" indent="0" algn="ctr">
              <a:buNone/>
            </a:pPr>
            <a:r>
              <a:rPr lang="en-US" sz="1500" b="1" dirty="0" err="1">
                <a:solidFill>
                  <a:srgbClr val="FFFFFF"/>
                </a:solidFill>
                <a:latin typeface="Noto Sans Kannada" pitchFamily="34" charset="0"/>
                <a:ea typeface="Noto Sans Kannada" pitchFamily="34" charset="-122"/>
                <a:cs typeface="Noto Sans Kannada" pitchFamily="34" charset="-120"/>
              </a:rPr>
              <a:t>ರಕ್ಷಣೆ</a:t>
            </a:r>
            <a:endParaRPr lang="en-US" sz="1500" dirty="0"/>
          </a:p>
        </p:txBody>
      </p:sp>
      <p:sp>
        <p:nvSpPr>
          <p:cNvPr id="41" name="TextBox 40">
            <a:extLst>
              <a:ext uri="{FF2B5EF4-FFF2-40B4-BE49-F238E27FC236}">
                <a16:creationId xmlns:a16="http://schemas.microsoft.com/office/drawing/2014/main" id="{39C7CFB3-A8BF-21A0-B29B-6E790EEAF31B}"/>
              </a:ext>
            </a:extLst>
          </p:cNvPr>
          <p:cNvSpPr txBox="1"/>
          <p:nvPr/>
        </p:nvSpPr>
        <p:spPr>
          <a:xfrm>
            <a:off x="-1048385" y="3884955"/>
            <a:ext cx="7625080" cy="323165"/>
          </a:xfrm>
          <a:prstGeom prst="rect">
            <a:avLst/>
          </a:prstGeom>
          <a:noFill/>
        </p:spPr>
        <p:txBody>
          <a:bodyPr wrap="square">
            <a:spAutoFit/>
          </a:bodyPr>
          <a:lstStyle/>
          <a:p>
            <a:pPr marL="0" indent="0" algn="ctr">
              <a:buNone/>
            </a:pPr>
            <a:r>
              <a:rPr lang="en-US" sz="1500" b="1" dirty="0" err="1">
                <a:solidFill>
                  <a:srgbClr val="FFFFFF"/>
                </a:solidFill>
                <a:latin typeface="Noto Sans Kannada" pitchFamily="34" charset="0"/>
                <a:ea typeface="Noto Sans Kannada" pitchFamily="34" charset="-122"/>
                <a:cs typeface="Noto Sans Kannada" pitchFamily="34" charset="-120"/>
              </a:rPr>
              <a:t>ಅಭಿವೃದ್ಧಿ</a:t>
            </a:r>
            <a:endParaRPr lang="en-US" sz="1500" dirty="0"/>
          </a:p>
        </p:txBody>
      </p:sp>
      <p:graphicFrame>
        <p:nvGraphicFramePr>
          <p:cNvPr id="42" name="Table 41">
            <a:extLst>
              <a:ext uri="{FF2B5EF4-FFF2-40B4-BE49-F238E27FC236}">
                <a16:creationId xmlns:a16="http://schemas.microsoft.com/office/drawing/2014/main" id="{6EE0D0DF-C44D-816F-C320-DC52A9B05AB6}"/>
              </a:ext>
            </a:extLst>
          </p:cNvPr>
          <p:cNvGraphicFramePr>
            <a:graphicFrameLocks noGrp="1"/>
          </p:cNvGraphicFramePr>
          <p:nvPr>
            <p:extLst>
              <p:ext uri="{D42A27DB-BD31-4B8C-83A1-F6EECF244321}">
                <p14:modId xmlns:p14="http://schemas.microsoft.com/office/powerpoint/2010/main" val="364115507"/>
              </p:ext>
            </p:extLst>
          </p:nvPr>
        </p:nvGraphicFramePr>
        <p:xfrm>
          <a:off x="2196538" y="1643315"/>
          <a:ext cx="5575862" cy="3419806"/>
        </p:xfrm>
        <a:graphic>
          <a:graphicData uri="http://schemas.openxmlformats.org/drawingml/2006/table">
            <a:tbl>
              <a:tblPr firstRow="1" bandRow="1">
                <a:tableStyleId>{5940675A-B579-460E-94D1-54222C63F5DA}</a:tableStyleId>
              </a:tblPr>
              <a:tblGrid>
                <a:gridCol w="2787931">
                  <a:extLst>
                    <a:ext uri="{9D8B030D-6E8A-4147-A177-3AD203B41FA5}">
                      <a16:colId xmlns:a16="http://schemas.microsoft.com/office/drawing/2014/main" val="1358383453"/>
                    </a:ext>
                  </a:extLst>
                </a:gridCol>
                <a:gridCol w="2787931">
                  <a:extLst>
                    <a:ext uri="{9D8B030D-6E8A-4147-A177-3AD203B41FA5}">
                      <a16:colId xmlns:a16="http://schemas.microsoft.com/office/drawing/2014/main" val="2336965654"/>
                    </a:ext>
                  </a:extLst>
                </a:gridCol>
              </a:tblGrid>
              <a:tr h="17099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ಜೀವಿಸುವುದು</a:t>
                      </a:r>
                      <a:endParaRPr lang="en-US" sz="2400" dirty="0">
                        <a:solidFill>
                          <a:schemeClr val="tx1"/>
                        </a:solidFill>
                      </a:endParaRPr>
                    </a:p>
                    <a:p>
                      <a:pPr algn="ctr"/>
                      <a:endParaRPr lang="en-IN" sz="24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ರಕ್ಷಣೆ</a:t>
                      </a:r>
                      <a:endParaRPr lang="en-US" sz="2400" dirty="0">
                        <a:solidFill>
                          <a:schemeClr val="tx1"/>
                        </a:solidFill>
                      </a:endParaRPr>
                    </a:p>
                    <a:p>
                      <a:pPr algn="ctr"/>
                      <a:endParaRPr lang="en-IN" sz="2400" dirty="0">
                        <a:solidFill>
                          <a:schemeClr val="tx1"/>
                        </a:solidFill>
                      </a:endParaRPr>
                    </a:p>
                  </a:txBody>
                  <a:tcPr/>
                </a:tc>
                <a:extLst>
                  <a:ext uri="{0D108BD9-81ED-4DB2-BD59-A6C34878D82A}">
                    <a16:rowId xmlns:a16="http://schemas.microsoft.com/office/drawing/2014/main" val="3643819158"/>
                  </a:ext>
                </a:extLst>
              </a:tr>
              <a:tr h="17099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ಭಾಗವಹಿಸುವಿಕೆ</a:t>
                      </a:r>
                      <a:endParaRPr lang="en-US" sz="2400" dirty="0">
                        <a:solidFill>
                          <a:schemeClr val="tx1"/>
                        </a:solidFill>
                      </a:endParaRPr>
                    </a:p>
                    <a:p>
                      <a:pPr algn="ctr"/>
                      <a:endParaRPr lang="en-IN" sz="24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ಅಭಿವೃದ್ಧಿ</a:t>
                      </a:r>
                      <a:endParaRPr lang="en-US" sz="2400" dirty="0">
                        <a:solidFill>
                          <a:schemeClr val="tx1"/>
                        </a:solidFill>
                      </a:endParaRPr>
                    </a:p>
                    <a:p>
                      <a:pPr algn="ctr"/>
                      <a:endParaRPr lang="en-IN" sz="2400" dirty="0">
                        <a:solidFill>
                          <a:schemeClr val="tx1"/>
                        </a:solidFill>
                      </a:endParaRPr>
                    </a:p>
                  </a:txBody>
                  <a:tcPr/>
                </a:tc>
                <a:extLst>
                  <a:ext uri="{0D108BD9-81ED-4DB2-BD59-A6C34878D82A}">
                    <a16:rowId xmlns:a16="http://schemas.microsoft.com/office/drawing/2014/main" val="2631331039"/>
                  </a:ext>
                </a:extLst>
              </a:tr>
            </a:tbl>
          </a:graphicData>
        </a:graphic>
      </p:graphicFrame>
      <p:sp>
        <p:nvSpPr>
          <p:cNvPr id="44" name="TextBox 43">
            <a:extLst>
              <a:ext uri="{FF2B5EF4-FFF2-40B4-BE49-F238E27FC236}">
                <a16:creationId xmlns:a16="http://schemas.microsoft.com/office/drawing/2014/main" id="{5CB7F94A-2E5C-A4AB-B44F-76DC636B1948}"/>
              </a:ext>
            </a:extLst>
          </p:cNvPr>
          <p:cNvSpPr txBox="1"/>
          <p:nvPr/>
        </p:nvSpPr>
        <p:spPr>
          <a:xfrm>
            <a:off x="-1709344" y="3446421"/>
            <a:ext cx="1290320"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56364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9" name="Text 7"/>
          <p:cNvSpPr/>
          <p:nvPr/>
        </p:nvSpPr>
        <p:spPr>
          <a:xfrm>
            <a:off x="777240" y="214884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ಜೀವಿಸುವುದು</a:t>
            </a:r>
            <a:endParaRPr lang="en-US" sz="1700" dirty="0"/>
          </a:p>
        </p:txBody>
      </p:sp>
      <p:sp>
        <p:nvSpPr>
          <p:cNvPr id="11" name="Text 9"/>
          <p:cNvSpPr/>
          <p:nvPr/>
        </p:nvSpPr>
        <p:spPr>
          <a:xfrm>
            <a:off x="-3057473" y="1965127"/>
            <a:ext cx="7871408" cy="2470673"/>
          </a:xfrm>
          <a:prstGeom prst="rect">
            <a:avLst/>
          </a:prstGeom>
          <a:noFill/>
          <a:ln/>
        </p:spPr>
        <p:txBody>
          <a:bodyPr wrap="square" lIns="0" tIns="0" rIns="0" bIns="0" rtlCol="0" anchor="ctr"/>
          <a:lstStyle/>
          <a:p>
            <a:pPr marL="0" indent="0" algn="ctr">
              <a:buNone/>
            </a:pPr>
            <a:endParaRPr lang="en-US" sz="1100" dirty="0"/>
          </a:p>
        </p:txBody>
      </p:sp>
      <p:sp>
        <p:nvSpPr>
          <p:cNvPr id="13" name="Text 11"/>
          <p:cNvSpPr/>
          <p:nvPr/>
        </p:nvSpPr>
        <p:spPr>
          <a:xfrm>
            <a:off x="6400800" y="214884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ರಕ್ಷಣೆ</a:t>
            </a:r>
            <a:endParaRPr lang="en-US" sz="1700" dirty="0"/>
          </a:p>
        </p:txBody>
      </p:sp>
      <p:sp>
        <p:nvSpPr>
          <p:cNvPr id="14" name="Shape 12"/>
          <p:cNvSpPr/>
          <p:nvPr/>
        </p:nvSpPr>
        <p:spPr>
          <a:xfrm>
            <a:off x="6400800" y="2697480"/>
            <a:ext cx="4983480" cy="1097280"/>
          </a:xfrm>
          <a:prstGeom prst="rect">
            <a:avLst/>
          </a:prstGeom>
          <a:solidFill>
            <a:srgbClr val="FFFFFF"/>
          </a:solidFill>
          <a:ln/>
        </p:spPr>
        <p:txBody>
          <a:bodyPr/>
          <a:lstStyle/>
          <a:p>
            <a:endParaRPr lang="en-IN"/>
          </a:p>
        </p:txBody>
      </p:sp>
      <p:sp>
        <p:nvSpPr>
          <p:cNvPr id="15" name="Text 13"/>
          <p:cNvSpPr/>
          <p:nvPr/>
        </p:nvSpPr>
        <p:spPr>
          <a:xfrm>
            <a:off x="6537960" y="269748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17" name="Text 15"/>
          <p:cNvSpPr/>
          <p:nvPr/>
        </p:nvSpPr>
        <p:spPr>
          <a:xfrm>
            <a:off x="777240" y="4297680"/>
            <a:ext cx="493776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Kannada" pitchFamily="34" charset="0"/>
                <a:ea typeface="Noto Sans Kannada" pitchFamily="34" charset="-122"/>
                <a:cs typeface="Noto Sans Kannada" pitchFamily="34" charset="-120"/>
              </a:rPr>
              <a:t>ಭಾಗವಹಿಸುವಿಕೆ</a:t>
            </a:r>
            <a:endParaRPr lang="en-US" sz="1700" dirty="0"/>
          </a:p>
        </p:txBody>
      </p:sp>
      <p:sp>
        <p:nvSpPr>
          <p:cNvPr id="19" name="Text 17"/>
          <p:cNvSpPr/>
          <p:nvPr/>
        </p:nvSpPr>
        <p:spPr>
          <a:xfrm>
            <a:off x="914400" y="484632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22" name="Shape 20"/>
          <p:cNvSpPr/>
          <p:nvPr/>
        </p:nvSpPr>
        <p:spPr>
          <a:xfrm>
            <a:off x="6400800" y="4846320"/>
            <a:ext cx="4983480" cy="1097280"/>
          </a:xfrm>
          <a:prstGeom prst="rect">
            <a:avLst/>
          </a:prstGeom>
          <a:solidFill>
            <a:srgbClr val="FFFFFF"/>
          </a:solidFill>
          <a:ln/>
        </p:spPr>
        <p:txBody>
          <a:bodyPr/>
          <a:lstStyle/>
          <a:p>
            <a:endParaRPr lang="en-IN"/>
          </a:p>
        </p:txBody>
      </p:sp>
      <p:sp>
        <p:nvSpPr>
          <p:cNvPr id="23" name="Text 21"/>
          <p:cNvSpPr/>
          <p:nvPr/>
        </p:nvSpPr>
        <p:spPr>
          <a:xfrm>
            <a:off x="6537960" y="4846320"/>
            <a:ext cx="4709160" cy="1097280"/>
          </a:xfrm>
          <a:prstGeom prst="rect">
            <a:avLst/>
          </a:prstGeom>
          <a:noFill/>
          <a:ln/>
        </p:spPr>
        <p:txBody>
          <a:bodyPr wrap="square" lIns="0" tIns="0" rIns="0" bIns="0" rtlCol="0" anchor="ctr"/>
          <a:lstStyle/>
          <a:p>
            <a:pPr marL="0" indent="0" algn="ctr">
              <a:buNone/>
            </a:pPr>
            <a:endParaRPr lang="en-US" sz="110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marL="0" indent="0">
              <a:buNone/>
            </a:pPr>
            <a:r>
              <a:rPr lang="en-US" sz="900" dirty="0">
                <a:solidFill>
                  <a:srgbClr val="6E6E80"/>
                </a:solidFill>
                <a:latin typeface="Noto Sans Kannada" pitchFamily="34" charset="0"/>
                <a:ea typeface="Noto Sans Kannada" pitchFamily="34" charset="-122"/>
                <a:cs typeface="Noto Sans Kannada" pitchFamily="34" charset="-120"/>
              </a:rPr>
              <a:t>ಮಕ್ಕಳ ಹಕ್ಕುಗಳು — ಡಿಜಿಟಲ್ ಬೋರ್ಡ್ ತರಗತಿ ಅವಧಿ</a:t>
            </a:r>
            <a:endParaRPr lang="en-US" sz="900" dirty="0"/>
          </a:p>
        </p:txBody>
      </p:sp>
      <p:sp>
        <p:nvSpPr>
          <p:cNvPr id="25" name="Text 23"/>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12</a:t>
            </a:r>
            <a:endParaRPr lang="en-US" sz="900" dirty="0"/>
          </a:p>
        </p:txBody>
      </p:sp>
      <p:sp>
        <p:nvSpPr>
          <p:cNvPr id="31" name="TextBox 30">
            <a:extLst>
              <a:ext uri="{FF2B5EF4-FFF2-40B4-BE49-F238E27FC236}">
                <a16:creationId xmlns:a16="http://schemas.microsoft.com/office/drawing/2014/main" id="{F1A4BDB9-6731-BAF6-EC94-17C735835B0B}"/>
              </a:ext>
            </a:extLst>
          </p:cNvPr>
          <p:cNvSpPr txBox="1"/>
          <p:nvPr/>
        </p:nvSpPr>
        <p:spPr>
          <a:xfrm>
            <a:off x="2250440" y="3861872"/>
            <a:ext cx="1290320" cy="369332"/>
          </a:xfrm>
          <a:prstGeom prst="rect">
            <a:avLst/>
          </a:prstGeom>
          <a:noFill/>
        </p:spPr>
        <p:txBody>
          <a:bodyPr wrap="square" rtlCol="0">
            <a:spAutoFit/>
          </a:bodyPr>
          <a:lstStyle/>
          <a:p>
            <a:endParaRPr lang="en-IN" dirty="0"/>
          </a:p>
        </p:txBody>
      </p:sp>
      <p:sp>
        <p:nvSpPr>
          <p:cNvPr id="33" name="TextBox 32">
            <a:extLst>
              <a:ext uri="{FF2B5EF4-FFF2-40B4-BE49-F238E27FC236}">
                <a16:creationId xmlns:a16="http://schemas.microsoft.com/office/drawing/2014/main" id="{4324FCAB-2D6B-BFE9-409D-F654CE47370A}"/>
              </a:ext>
            </a:extLst>
          </p:cNvPr>
          <p:cNvSpPr txBox="1"/>
          <p:nvPr/>
        </p:nvSpPr>
        <p:spPr>
          <a:xfrm>
            <a:off x="4265295" y="3789244"/>
            <a:ext cx="1290320" cy="369332"/>
          </a:xfrm>
          <a:prstGeom prst="rect">
            <a:avLst/>
          </a:prstGeom>
          <a:noFill/>
        </p:spPr>
        <p:txBody>
          <a:bodyPr wrap="square" rtlCol="0">
            <a:spAutoFit/>
          </a:bodyPr>
          <a:lstStyle/>
          <a:p>
            <a:endParaRPr lang="en-IN" dirty="0"/>
          </a:p>
        </p:txBody>
      </p:sp>
      <p:sp>
        <p:nvSpPr>
          <p:cNvPr id="37" name="TextBox 36">
            <a:extLst>
              <a:ext uri="{FF2B5EF4-FFF2-40B4-BE49-F238E27FC236}">
                <a16:creationId xmlns:a16="http://schemas.microsoft.com/office/drawing/2014/main" id="{2DB9EEE0-59FB-3E24-074E-6361FDEAB0E8}"/>
              </a:ext>
            </a:extLst>
          </p:cNvPr>
          <p:cNvSpPr txBox="1"/>
          <p:nvPr/>
        </p:nvSpPr>
        <p:spPr>
          <a:xfrm>
            <a:off x="6035040" y="2170137"/>
            <a:ext cx="7625080" cy="323165"/>
          </a:xfrm>
          <a:prstGeom prst="rect">
            <a:avLst/>
          </a:prstGeom>
          <a:noFill/>
        </p:spPr>
        <p:txBody>
          <a:bodyPr wrap="square">
            <a:spAutoFit/>
          </a:bodyPr>
          <a:lstStyle/>
          <a:p>
            <a:pPr marL="0" indent="0" algn="ctr">
              <a:buNone/>
            </a:pPr>
            <a:r>
              <a:rPr lang="en-US" sz="1500" b="1" dirty="0" err="1">
                <a:solidFill>
                  <a:srgbClr val="FFFFFF"/>
                </a:solidFill>
                <a:latin typeface="Noto Sans Kannada" pitchFamily="34" charset="0"/>
                <a:ea typeface="Noto Sans Kannada" pitchFamily="34" charset="-122"/>
                <a:cs typeface="Noto Sans Kannada" pitchFamily="34" charset="-120"/>
              </a:rPr>
              <a:t>ರಕ್ಷಣೆ</a:t>
            </a:r>
            <a:endParaRPr lang="en-US" sz="1500" dirty="0"/>
          </a:p>
        </p:txBody>
      </p:sp>
      <p:sp>
        <p:nvSpPr>
          <p:cNvPr id="41" name="TextBox 40">
            <a:extLst>
              <a:ext uri="{FF2B5EF4-FFF2-40B4-BE49-F238E27FC236}">
                <a16:creationId xmlns:a16="http://schemas.microsoft.com/office/drawing/2014/main" id="{814624D0-E09A-89DE-E0BE-076BA830C907}"/>
              </a:ext>
            </a:extLst>
          </p:cNvPr>
          <p:cNvSpPr txBox="1"/>
          <p:nvPr/>
        </p:nvSpPr>
        <p:spPr>
          <a:xfrm>
            <a:off x="-1048385" y="3884955"/>
            <a:ext cx="7625080" cy="323165"/>
          </a:xfrm>
          <a:prstGeom prst="rect">
            <a:avLst/>
          </a:prstGeom>
          <a:noFill/>
        </p:spPr>
        <p:txBody>
          <a:bodyPr wrap="square">
            <a:spAutoFit/>
          </a:bodyPr>
          <a:lstStyle/>
          <a:p>
            <a:pPr marL="0" indent="0" algn="ctr">
              <a:buNone/>
            </a:pPr>
            <a:r>
              <a:rPr lang="en-US" sz="1500" b="1" dirty="0" err="1">
                <a:solidFill>
                  <a:srgbClr val="FFFFFF"/>
                </a:solidFill>
                <a:latin typeface="Noto Sans Kannada" pitchFamily="34" charset="0"/>
                <a:ea typeface="Noto Sans Kannada" pitchFamily="34" charset="-122"/>
                <a:cs typeface="Noto Sans Kannada" pitchFamily="34" charset="-120"/>
              </a:rPr>
              <a:t>ಅಭಿವೃದ್ಧಿ</a:t>
            </a:r>
            <a:endParaRPr lang="en-US" sz="1500" dirty="0"/>
          </a:p>
        </p:txBody>
      </p:sp>
      <p:sp>
        <p:nvSpPr>
          <p:cNvPr id="44" name="TextBox 43">
            <a:extLst>
              <a:ext uri="{FF2B5EF4-FFF2-40B4-BE49-F238E27FC236}">
                <a16:creationId xmlns:a16="http://schemas.microsoft.com/office/drawing/2014/main" id="{251D2EA3-1C51-C256-E224-BC6BFE8C7DE2}"/>
              </a:ext>
            </a:extLst>
          </p:cNvPr>
          <p:cNvSpPr txBox="1"/>
          <p:nvPr/>
        </p:nvSpPr>
        <p:spPr>
          <a:xfrm>
            <a:off x="-1709344" y="3446421"/>
            <a:ext cx="1290320" cy="369332"/>
          </a:xfrm>
          <a:prstGeom prst="rect">
            <a:avLst/>
          </a:prstGeom>
          <a:noFill/>
        </p:spPr>
        <p:txBody>
          <a:bodyPr wrap="square" rtlCol="0">
            <a:spAutoFit/>
          </a:bodyPr>
          <a:lstStyle/>
          <a:p>
            <a:endParaRPr lang="en-IN" dirty="0"/>
          </a:p>
        </p:txBody>
      </p:sp>
      <p:sp>
        <p:nvSpPr>
          <p:cNvPr id="50" name="TextBox 49">
            <a:extLst>
              <a:ext uri="{FF2B5EF4-FFF2-40B4-BE49-F238E27FC236}">
                <a16:creationId xmlns:a16="http://schemas.microsoft.com/office/drawing/2014/main" id="{B748CF15-D3A7-5810-E29E-19DC6015AD83}"/>
              </a:ext>
            </a:extLst>
          </p:cNvPr>
          <p:cNvSpPr txBox="1"/>
          <p:nvPr/>
        </p:nvSpPr>
        <p:spPr>
          <a:xfrm>
            <a:off x="953486" y="643320"/>
            <a:ext cx="8360978" cy="4395049"/>
          </a:xfrm>
          <a:prstGeom prst="rect">
            <a:avLst/>
          </a:prstGeom>
          <a:noFill/>
        </p:spPr>
        <p:txBody>
          <a:bodyPr wrap="square">
            <a:spAutoFit/>
          </a:bodyPr>
          <a:lstStyle/>
          <a:p>
            <a:pPr rtl="0">
              <a:spcBef>
                <a:spcPts val="1200"/>
              </a:spcBef>
              <a:spcAft>
                <a:spcPts val="1200"/>
              </a:spcAft>
              <a:buNone/>
            </a:pPr>
            <a:r>
              <a:rPr lang="en-IN" sz="1000" b="1" i="0" u="none" strike="noStrike" dirty="0">
                <a:solidFill>
                  <a:srgbClr val="000000"/>
                </a:solidFill>
                <a:effectLst/>
                <a:latin typeface="Arial" panose="020B0604020202020204" pitchFamily="34" charset="0"/>
              </a:rPr>
              <a:t>MC appears and says the following:</a:t>
            </a:r>
            <a:endParaRPr lang="en-IN" b="0" dirty="0">
              <a:effectLst/>
            </a:endParaRPr>
          </a:p>
          <a:p>
            <a:pPr rtl="0">
              <a:spcBef>
                <a:spcPts val="1200"/>
              </a:spcBef>
              <a:spcAft>
                <a:spcPts val="1200"/>
              </a:spcAft>
              <a:buNone/>
            </a:pPr>
            <a:r>
              <a:rPr lang="en-IN" sz="1000" b="0" i="0" u="none" strike="noStrike" dirty="0">
                <a:solidFill>
                  <a:srgbClr val="000000"/>
                </a:solidFill>
                <a:effectLst/>
                <a:latin typeface="Arial" panose="020B0604020202020204" pitchFamily="34" charset="0"/>
              </a:rPr>
              <a:t>We are now going to share the work we did in our groups. But before we do that, can some of you tell me what do you understand by the term ‘Child Rights?’ </a:t>
            </a:r>
            <a:r>
              <a:rPr lang="en-IN" sz="1000" b="1" i="0" u="none" strike="noStrike" dirty="0">
                <a:solidFill>
                  <a:srgbClr val="000000"/>
                </a:solidFill>
                <a:effectLst/>
                <a:latin typeface="Arial" panose="020B0604020202020204" pitchFamily="34" charset="0"/>
              </a:rPr>
              <a:t>Pause for 10 seconds for response</a:t>
            </a:r>
            <a:r>
              <a:rPr lang="en-IN" sz="1000" b="0" i="0" u="none" strike="noStrike" dirty="0">
                <a:solidFill>
                  <a:srgbClr val="000000"/>
                </a:solidFill>
                <a:effectLst/>
                <a:latin typeface="Arial" panose="020B0604020202020204" pitchFamily="34" charset="0"/>
              </a:rPr>
              <a:t> and then say “</a:t>
            </a:r>
            <a:r>
              <a:rPr lang="en-IN" sz="1000" b="1" i="0" u="none" strike="noStrike" dirty="0">
                <a:solidFill>
                  <a:srgbClr val="000000"/>
                </a:solidFill>
                <a:effectLst/>
                <a:latin typeface="Arial" panose="020B0604020202020204" pitchFamily="34" charset="0"/>
              </a:rPr>
              <a:t>every child from when they were born till 18 years of age are guaranteed Child Rights. These Rights protect children and help them receive nutritious food, good health care, rest and education</a:t>
            </a:r>
            <a:r>
              <a:rPr lang="en-IN" sz="1000" b="0" i="0" u="none" strike="noStrike" dirty="0">
                <a:solidFill>
                  <a:srgbClr val="000000"/>
                </a:solidFill>
                <a:effectLst/>
                <a:latin typeface="Arial" panose="020B0604020202020204" pitchFamily="34" charset="0"/>
              </a:rPr>
              <a:t>”</a:t>
            </a:r>
            <a:endParaRPr lang="en-IN" b="0" dirty="0">
              <a:effectLst/>
            </a:endParaRPr>
          </a:p>
          <a:p>
            <a:pPr rtl="0">
              <a:spcBef>
                <a:spcPts val="1200"/>
              </a:spcBef>
              <a:spcAft>
                <a:spcPts val="1200"/>
              </a:spcAft>
              <a:buNone/>
            </a:pPr>
            <a:r>
              <a:rPr lang="en-IN" sz="1000" b="0" i="0" u="none" strike="noStrike" dirty="0">
                <a:solidFill>
                  <a:srgbClr val="000000"/>
                </a:solidFill>
                <a:effectLst/>
                <a:latin typeface="Arial" panose="020B0604020202020204" pitchFamily="34" charset="0"/>
              </a:rPr>
              <a:t>Look at the board!!! These Rights can also be divided into four major categories, such as Survival, Protection, Development and Participation</a:t>
            </a:r>
            <a:r>
              <a:rPr lang="en-IN" sz="1190" b="0" i="0" u="none" strike="noStrike" dirty="0">
                <a:solidFill>
                  <a:srgbClr val="000000"/>
                </a:solidFill>
                <a:effectLst/>
                <a:latin typeface="Arial" panose="020B0604020202020204" pitchFamily="34" charset="0"/>
              </a:rPr>
              <a:t> </a:t>
            </a:r>
            <a:endParaRPr lang="en-IN" b="0" dirty="0">
              <a:effectLst/>
            </a:endParaRPr>
          </a:p>
          <a:p>
            <a:pPr rtl="0">
              <a:spcBef>
                <a:spcPts val="1200"/>
              </a:spcBef>
              <a:spcAft>
                <a:spcPts val="1200"/>
              </a:spcAft>
              <a:buNone/>
            </a:pPr>
            <a:r>
              <a:rPr lang="en-IN" sz="990" b="1" i="0" u="none" strike="noStrike" dirty="0">
                <a:solidFill>
                  <a:srgbClr val="000000"/>
                </a:solidFill>
                <a:effectLst/>
                <a:latin typeface="Arial" panose="020B0604020202020204" pitchFamily="34" charset="0"/>
              </a:rPr>
              <a:t>For the following part, questions can appear on screen as MC speaks and when they are answered, relevant points from table can appear to make children understand better </a:t>
            </a:r>
            <a:endParaRPr lang="en-IN" b="0" dirty="0">
              <a:effectLst/>
            </a:endParaRPr>
          </a:p>
          <a:p>
            <a:pPr algn="just" rtl="0">
              <a:spcBef>
                <a:spcPts val="600"/>
              </a:spcBef>
              <a:buNone/>
            </a:pPr>
            <a:r>
              <a:rPr lang="en-IN" sz="1000" b="0" i="0" u="none" strike="noStrike" dirty="0">
                <a:solidFill>
                  <a:srgbClr val="000000"/>
                </a:solidFill>
                <a:effectLst/>
                <a:latin typeface="Arial" panose="020B0604020202020204" pitchFamily="34" charset="0"/>
              </a:rPr>
              <a:t>What do you understand by Survival Rights and why they are important? </a:t>
            </a:r>
            <a:endParaRPr lang="en-IN" b="0" dirty="0">
              <a:effectLst/>
            </a:endParaRPr>
          </a:p>
          <a:p>
            <a:pPr algn="just" rtl="0">
              <a:spcBef>
                <a:spcPts val="600"/>
              </a:spcBef>
              <a:buNone/>
            </a:pPr>
            <a:r>
              <a:rPr lang="en-IN" sz="1000" b="0" i="0" u="none" strike="noStrike" dirty="0">
                <a:solidFill>
                  <a:srgbClr val="000000"/>
                </a:solidFill>
                <a:effectLst/>
                <a:latin typeface="Arial" panose="020B0604020202020204" pitchFamily="34" charset="0"/>
              </a:rPr>
              <a:t>What do you understand by Protection Rights and why they are important? </a:t>
            </a:r>
            <a:endParaRPr lang="en-IN" b="0" dirty="0">
              <a:effectLst/>
            </a:endParaRPr>
          </a:p>
          <a:p>
            <a:pPr algn="just" rtl="0">
              <a:spcBef>
                <a:spcPts val="600"/>
              </a:spcBef>
              <a:buNone/>
            </a:pPr>
            <a:r>
              <a:rPr lang="en-IN" sz="1000" b="0" i="0" u="none" strike="noStrike" dirty="0">
                <a:solidFill>
                  <a:srgbClr val="000000"/>
                </a:solidFill>
                <a:effectLst/>
                <a:latin typeface="Arial" panose="020B0604020202020204" pitchFamily="34" charset="0"/>
              </a:rPr>
              <a:t>What do you understand by Development Rights and why they are important? </a:t>
            </a:r>
            <a:endParaRPr lang="en-IN" b="0" dirty="0">
              <a:effectLst/>
            </a:endParaRPr>
          </a:p>
          <a:p>
            <a:pPr algn="just" rtl="0">
              <a:spcBef>
                <a:spcPts val="600"/>
              </a:spcBef>
              <a:spcAft>
                <a:spcPts val="1200"/>
              </a:spcAft>
              <a:buNone/>
            </a:pPr>
            <a:r>
              <a:rPr lang="en-IN" sz="1000" b="0" i="0" u="none" strike="noStrike" dirty="0">
                <a:solidFill>
                  <a:srgbClr val="000000"/>
                </a:solidFill>
                <a:effectLst/>
                <a:latin typeface="Arial" panose="020B0604020202020204" pitchFamily="34" charset="0"/>
              </a:rPr>
              <a:t>What do you understand by Participation Rights and why they are important? </a:t>
            </a:r>
            <a:endParaRPr lang="en-IN" b="0" dirty="0">
              <a:effectLst/>
            </a:endParaRPr>
          </a:p>
          <a:p>
            <a:pPr rtl="0">
              <a:spcBef>
                <a:spcPts val="1200"/>
              </a:spcBef>
              <a:spcAft>
                <a:spcPts val="1200"/>
              </a:spcAft>
              <a:buNone/>
            </a:pPr>
            <a:r>
              <a:rPr lang="en-IN" sz="1190" b="0" i="0" u="none" strike="noStrike" dirty="0">
                <a:solidFill>
                  <a:srgbClr val="000000"/>
                </a:solidFill>
                <a:effectLst/>
                <a:latin typeface="Arial" panose="020B0604020202020204" pitchFamily="34" charset="0"/>
              </a:rPr>
              <a:t> </a:t>
            </a:r>
            <a:endParaRPr lang="en-IN" b="0" dirty="0">
              <a:effectLst/>
            </a:endParaRPr>
          </a:p>
          <a:p>
            <a:pPr>
              <a:buNone/>
            </a:pPr>
            <a:br>
              <a:rPr lang="en-IN" b="0" dirty="0">
                <a:effectLst/>
              </a:rPr>
            </a:br>
            <a:endParaRPr lang="en-IN" dirty="0"/>
          </a:p>
        </p:txBody>
      </p:sp>
      <p:graphicFrame>
        <p:nvGraphicFramePr>
          <p:cNvPr id="53" name="Table 52">
            <a:extLst>
              <a:ext uri="{FF2B5EF4-FFF2-40B4-BE49-F238E27FC236}">
                <a16:creationId xmlns:a16="http://schemas.microsoft.com/office/drawing/2014/main" id="{A6795ACD-16A1-8163-CD42-7126332EE763}"/>
              </a:ext>
            </a:extLst>
          </p:cNvPr>
          <p:cNvGraphicFramePr>
            <a:graphicFrameLocks noGrp="1"/>
          </p:cNvGraphicFramePr>
          <p:nvPr>
            <p:extLst>
              <p:ext uri="{D42A27DB-BD31-4B8C-83A1-F6EECF244321}">
                <p14:modId xmlns:p14="http://schemas.microsoft.com/office/powerpoint/2010/main" val="1339889917"/>
              </p:ext>
            </p:extLst>
          </p:nvPr>
        </p:nvGraphicFramePr>
        <p:xfrm>
          <a:off x="6036963" y="3023654"/>
          <a:ext cx="5575862" cy="3419806"/>
        </p:xfrm>
        <a:graphic>
          <a:graphicData uri="http://schemas.openxmlformats.org/drawingml/2006/table">
            <a:tbl>
              <a:tblPr firstRow="1" bandRow="1">
                <a:tableStyleId>{5940675A-B579-460E-94D1-54222C63F5DA}</a:tableStyleId>
              </a:tblPr>
              <a:tblGrid>
                <a:gridCol w="2787931">
                  <a:extLst>
                    <a:ext uri="{9D8B030D-6E8A-4147-A177-3AD203B41FA5}">
                      <a16:colId xmlns:a16="http://schemas.microsoft.com/office/drawing/2014/main" val="1358383453"/>
                    </a:ext>
                  </a:extLst>
                </a:gridCol>
                <a:gridCol w="2787931">
                  <a:extLst>
                    <a:ext uri="{9D8B030D-6E8A-4147-A177-3AD203B41FA5}">
                      <a16:colId xmlns:a16="http://schemas.microsoft.com/office/drawing/2014/main" val="2336965654"/>
                    </a:ext>
                  </a:extLst>
                </a:gridCol>
              </a:tblGrid>
              <a:tr h="17099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ಜೀವಿಸುವುದು</a:t>
                      </a:r>
                      <a:endParaRPr lang="en-US" sz="2400" dirty="0">
                        <a:solidFill>
                          <a:schemeClr val="tx1"/>
                        </a:solidFill>
                      </a:endParaRPr>
                    </a:p>
                    <a:p>
                      <a:pPr algn="ctr"/>
                      <a:endParaRPr lang="en-IN" sz="24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ರಕ್ಷಣೆ</a:t>
                      </a:r>
                      <a:endParaRPr lang="en-US" sz="2400" dirty="0">
                        <a:solidFill>
                          <a:schemeClr val="tx1"/>
                        </a:solidFill>
                      </a:endParaRPr>
                    </a:p>
                    <a:p>
                      <a:pPr algn="ctr"/>
                      <a:endParaRPr lang="en-IN" sz="2400" dirty="0">
                        <a:solidFill>
                          <a:schemeClr val="tx1"/>
                        </a:solidFill>
                      </a:endParaRPr>
                    </a:p>
                  </a:txBody>
                  <a:tcPr/>
                </a:tc>
                <a:extLst>
                  <a:ext uri="{0D108BD9-81ED-4DB2-BD59-A6C34878D82A}">
                    <a16:rowId xmlns:a16="http://schemas.microsoft.com/office/drawing/2014/main" val="3643819158"/>
                  </a:ext>
                </a:extLst>
              </a:tr>
              <a:tr h="17099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ಭಾಗವಹಿಸುವಿಕೆ</a:t>
                      </a:r>
                      <a:endParaRPr lang="en-US" sz="2400" dirty="0">
                        <a:solidFill>
                          <a:schemeClr val="tx1"/>
                        </a:solidFill>
                      </a:endParaRPr>
                    </a:p>
                    <a:p>
                      <a:pPr algn="ctr"/>
                      <a:endParaRPr lang="en-IN" sz="24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a:solidFill>
                            <a:schemeClr val="tx1"/>
                          </a:solidFill>
                        </a:rPr>
                        <a:t>ಅಭಿವೃದ್ಧಿ</a:t>
                      </a:r>
                      <a:endParaRPr lang="en-US" sz="2400" dirty="0">
                        <a:solidFill>
                          <a:schemeClr val="tx1"/>
                        </a:solidFill>
                      </a:endParaRPr>
                    </a:p>
                    <a:p>
                      <a:pPr algn="ctr"/>
                      <a:endParaRPr lang="en-IN" sz="2400" dirty="0">
                        <a:solidFill>
                          <a:schemeClr val="tx1"/>
                        </a:solidFill>
                      </a:endParaRPr>
                    </a:p>
                  </a:txBody>
                  <a:tcPr/>
                </a:tc>
                <a:extLst>
                  <a:ext uri="{0D108BD9-81ED-4DB2-BD59-A6C34878D82A}">
                    <a16:rowId xmlns:a16="http://schemas.microsoft.com/office/drawing/2014/main" val="2631331039"/>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233680" y="261003"/>
            <a:ext cx="10515600" cy="502920"/>
          </a:xfrm>
          <a:prstGeom prst="rect">
            <a:avLst/>
          </a:prstGeom>
          <a:noFill/>
          <a:ln/>
        </p:spPr>
        <p:txBody>
          <a:bodyPr wrap="square" lIns="0" tIns="0" rIns="0" bIns="0" rtlCol="0" anchor="ctr"/>
          <a:lstStyle/>
          <a:p>
            <a:r>
              <a:rPr lang="kn-IN" sz="2400" b="1" dirty="0">
                <a:latin typeface="Nirmala UI" panose="020B0502040204020203" pitchFamily="34" charset="0"/>
                <a:ea typeface="Nirmala UI" panose="020B0502040204020203" pitchFamily="34" charset="0"/>
                <a:cs typeface="Nirmala UI" panose="020B0502040204020203" pitchFamily="34" charset="0"/>
              </a:rPr>
              <a:t>ಗುಂಪು ಚರ್ಚೆ ಮಂಡನೆ </a:t>
            </a:r>
            <a:endParaRPr lang="en-US" sz="2400" b="1" dirty="0">
              <a:latin typeface="Nirmala UI" panose="020B0502040204020203" pitchFamily="34" charset="0"/>
              <a:ea typeface="Nirmala UI" panose="020B0502040204020203" pitchFamily="34" charset="0"/>
              <a:cs typeface="Nirmala UI" panose="020B0502040204020203" pitchFamily="34" charset="0"/>
            </a:endParaRPr>
          </a:p>
        </p:txBody>
      </p:sp>
      <p:grpSp>
        <p:nvGrpSpPr>
          <p:cNvPr id="23" name="Group 22">
            <a:extLst>
              <a:ext uri="{FF2B5EF4-FFF2-40B4-BE49-F238E27FC236}">
                <a16:creationId xmlns:a16="http://schemas.microsoft.com/office/drawing/2014/main" id="{76524B00-BC06-69D9-FDF9-BA505A6B518F}"/>
              </a:ext>
            </a:extLst>
          </p:cNvPr>
          <p:cNvGrpSpPr/>
          <p:nvPr/>
        </p:nvGrpSpPr>
        <p:grpSpPr>
          <a:xfrm>
            <a:off x="365760" y="4049647"/>
            <a:ext cx="11460480" cy="2986153"/>
            <a:chOff x="243840" y="1905887"/>
            <a:chExt cx="11460480" cy="2986153"/>
          </a:xfrm>
        </p:grpSpPr>
        <p:sp>
          <p:nvSpPr>
            <p:cNvPr id="6" name="Shape 4"/>
            <p:cNvSpPr/>
            <p:nvPr/>
          </p:nvSpPr>
          <p:spPr>
            <a:xfrm>
              <a:off x="243840" y="1930872"/>
              <a:ext cx="3002280" cy="2153449"/>
            </a:xfrm>
            <a:prstGeom prst="roundRect">
              <a:avLst>
                <a:gd name="adj" fmla="val 4068"/>
              </a:avLst>
            </a:prstGeom>
            <a:solidFill>
              <a:srgbClr val="6A2C91"/>
            </a:solidFill>
            <a:ln/>
          </p:spPr>
          <p:txBody>
            <a:bodyPr/>
            <a:lstStyle/>
            <a:p>
              <a:endParaRPr lang="en-IN"/>
            </a:p>
          </p:txBody>
        </p:sp>
        <p:sp>
          <p:nvSpPr>
            <p:cNvPr id="7" name="Text 5"/>
            <p:cNvSpPr/>
            <p:nvPr/>
          </p:nvSpPr>
          <p:spPr>
            <a:xfrm>
              <a:off x="731520" y="2057400"/>
              <a:ext cx="2331720" cy="274320"/>
            </a:xfrm>
            <a:prstGeom prst="rect">
              <a:avLst/>
            </a:prstGeom>
            <a:noFill/>
            <a:ln/>
          </p:spPr>
          <p:txBody>
            <a:bodyPr wrap="square" lIns="0" tIns="0" rIns="0" bIns="0" rtlCol="0" anchor="ctr"/>
            <a:lstStyle/>
            <a:p>
              <a:pPr marL="0" indent="0">
                <a:buNone/>
              </a:pPr>
              <a:r>
                <a:rPr lang="en-US" sz="1000" b="1" dirty="0">
                  <a:solidFill>
                    <a:srgbClr val="FFFFFF"/>
                  </a:solidFill>
                  <a:latin typeface="Noto Sans Kannada" pitchFamily="34" charset="0"/>
                  <a:ea typeface="Noto Sans Kannada" pitchFamily="34" charset="-122"/>
                  <a:cs typeface="Noto Sans Kannada" pitchFamily="34" charset="-120"/>
                </a:rPr>
                <a:t>FC-1</a:t>
              </a:r>
              <a:endParaRPr lang="en-US" sz="1000" dirty="0"/>
            </a:p>
          </p:txBody>
        </p:sp>
        <p:sp>
          <p:nvSpPr>
            <p:cNvPr id="8" name="Text 6"/>
            <p:cNvSpPr/>
            <p:nvPr/>
          </p:nvSpPr>
          <p:spPr>
            <a:xfrm>
              <a:off x="731520" y="2423160"/>
              <a:ext cx="2331720" cy="914400"/>
            </a:xfrm>
            <a:prstGeom prst="rect">
              <a:avLst/>
            </a:prstGeom>
            <a:noFill/>
            <a:ln/>
          </p:spPr>
          <p:txBody>
            <a:bodyPr wrap="square" lIns="0" tIns="0" rIns="0" bIns="0" rtlCol="0" anchor="ctr"/>
            <a:lstStyle/>
            <a:p>
              <a:pPr marL="0" indent="0">
                <a:buNone/>
              </a:pPr>
              <a:r>
                <a:rPr lang="en-US" sz="1600" b="1" dirty="0">
                  <a:solidFill>
                    <a:srgbClr val="FFFFFF"/>
                  </a:solidFill>
                  <a:latin typeface="Noto Sans Kannada" pitchFamily="34" charset="0"/>
                  <a:ea typeface="Noto Sans Kannada" pitchFamily="34" charset="-122"/>
                  <a:cs typeface="Noto Sans Kannada" pitchFamily="34" charset="-120"/>
                </a:rPr>
                <a:t>ಜೀವಿಸುವ ಹಕ್ಕು</a:t>
              </a:r>
              <a:endParaRPr lang="en-US" sz="1600" dirty="0"/>
            </a:p>
          </p:txBody>
        </p:sp>
        <p:sp>
          <p:nvSpPr>
            <p:cNvPr id="9" name="Text 7"/>
            <p:cNvSpPr/>
            <p:nvPr/>
          </p:nvSpPr>
          <p:spPr>
            <a:xfrm>
              <a:off x="609600" y="2210509"/>
              <a:ext cx="2331720" cy="251460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Noto Sans Kannada" pitchFamily="34" charset="0"/>
                  <a:ea typeface="Noto Sans Kannada" pitchFamily="34" charset="-122"/>
                  <a:cs typeface="Noto Sans Kannada" pitchFamily="34" charset="-120"/>
                </a:rPr>
                <a:t>ಪ್ರತಿ ಮಗುವು ಆರೋಗ್ಯಕರ ಆಹಾರ, ಶುದ್ಧ ನೀರು, ಆರೋಗ್ಯ ರಕ್ಷಣೆ, ವಿಶ್ರಾಂತಿ, ನಿದ್ದೆ ಮತ್ತು ಸುರಕ್ಷಿತ ಜಾಗ ಪಡೆಯುವ ಹಕ್ಕು ಹೊಂದಿರುವುದು</a:t>
              </a:r>
              <a:endParaRPr lang="en-US" sz="1050" dirty="0"/>
            </a:p>
          </p:txBody>
        </p:sp>
        <p:sp>
          <p:nvSpPr>
            <p:cNvPr id="10" name="Shape 8"/>
            <p:cNvSpPr/>
            <p:nvPr/>
          </p:nvSpPr>
          <p:spPr>
            <a:xfrm>
              <a:off x="3307080" y="1920241"/>
              <a:ext cx="2819400" cy="2164080"/>
            </a:xfrm>
            <a:prstGeom prst="roundRect">
              <a:avLst>
                <a:gd name="adj" fmla="val 4068"/>
              </a:avLst>
            </a:prstGeom>
            <a:solidFill>
              <a:srgbClr val="2E8B4F"/>
            </a:solidFill>
            <a:ln/>
          </p:spPr>
          <p:txBody>
            <a:bodyPr/>
            <a:lstStyle/>
            <a:p>
              <a:endParaRPr lang="en-IN"/>
            </a:p>
          </p:txBody>
        </p:sp>
        <p:sp>
          <p:nvSpPr>
            <p:cNvPr id="11" name="Text 9"/>
            <p:cNvSpPr/>
            <p:nvPr/>
          </p:nvSpPr>
          <p:spPr>
            <a:xfrm>
              <a:off x="3611880" y="2057400"/>
              <a:ext cx="233172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anose="020B0604020202020204" pitchFamily="34" charset="0"/>
                  <a:ea typeface="Noto Sans Kannada" pitchFamily="34" charset="-122"/>
                  <a:cs typeface="Arial" panose="020B0604020202020204" pitchFamily="34" charset="0"/>
                </a:rPr>
                <a:t>FC-2</a:t>
              </a:r>
              <a:endParaRPr lang="en-US" sz="1000" dirty="0">
                <a:latin typeface="Arial" panose="020B0604020202020204" pitchFamily="34" charset="0"/>
                <a:cs typeface="Arial" panose="020B0604020202020204" pitchFamily="34" charset="0"/>
              </a:endParaRPr>
            </a:p>
          </p:txBody>
        </p:sp>
        <p:sp>
          <p:nvSpPr>
            <p:cNvPr id="12" name="Text 10"/>
            <p:cNvSpPr/>
            <p:nvPr/>
          </p:nvSpPr>
          <p:spPr>
            <a:xfrm>
              <a:off x="3611880" y="2423160"/>
              <a:ext cx="2331720" cy="914400"/>
            </a:xfrm>
            <a:prstGeom prst="rect">
              <a:avLst/>
            </a:prstGeom>
            <a:noFill/>
            <a:ln/>
          </p:spPr>
          <p:txBody>
            <a:bodyPr wrap="square" lIns="0" tIns="0" rIns="0" bIns="0" rtlCol="0" anchor="ctr"/>
            <a:lstStyle/>
            <a:p>
              <a:pPr marL="0" indent="0">
                <a:buNone/>
              </a:pPr>
              <a:r>
                <a:rPr lang="en-US" sz="1600" b="1" dirty="0">
                  <a:solidFill>
                    <a:srgbClr val="FFFFFF"/>
                  </a:solidFill>
                  <a:latin typeface="Noto Sans Kannada" pitchFamily="34" charset="0"/>
                  <a:ea typeface="Noto Sans Kannada" pitchFamily="34" charset="-122"/>
                  <a:cs typeface="Noto Sans Kannada" pitchFamily="34" charset="-120"/>
                </a:rPr>
                <a:t>ವಿಕಾಸ ಹೊಂದುವ ಹಕ್ಕು</a:t>
              </a:r>
              <a:endParaRPr lang="en-US" sz="1600" dirty="0"/>
            </a:p>
          </p:txBody>
        </p:sp>
        <p:sp>
          <p:nvSpPr>
            <p:cNvPr id="13" name="Text 11"/>
            <p:cNvSpPr/>
            <p:nvPr/>
          </p:nvSpPr>
          <p:spPr>
            <a:xfrm>
              <a:off x="3459480" y="2331720"/>
              <a:ext cx="2331720" cy="251460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Noto Sans Kannada" pitchFamily="34" charset="0"/>
                  <a:ea typeface="Noto Sans Kannada" pitchFamily="34" charset="-122"/>
                  <a:cs typeface="Noto Sans Kannada" pitchFamily="34" charset="-120"/>
                </a:rPr>
                <a:t>ಶಿಕ್ಷಣದ ಅವಕಾಶ, ಭಾವನಾತ್ಮಕ, ಮಾನಸಿಕ ಹಾಗೂ ದೈಹಿಕ ವಲಯಗಳಲ್ಲಿ ಬೆಳವಣಿಗೆ ಹೊಂದುವ ಅವಕಾಶ</a:t>
              </a:r>
              <a:endParaRPr lang="en-US" sz="1050" dirty="0"/>
            </a:p>
          </p:txBody>
        </p:sp>
        <p:sp>
          <p:nvSpPr>
            <p:cNvPr id="14" name="Shape 12"/>
            <p:cNvSpPr/>
            <p:nvPr/>
          </p:nvSpPr>
          <p:spPr>
            <a:xfrm>
              <a:off x="6187440" y="1952494"/>
              <a:ext cx="2758440" cy="2164080"/>
            </a:xfrm>
            <a:prstGeom prst="roundRect">
              <a:avLst>
                <a:gd name="adj" fmla="val 4068"/>
              </a:avLst>
            </a:prstGeom>
            <a:solidFill>
              <a:srgbClr val="1E3A6E"/>
            </a:solidFill>
            <a:ln/>
          </p:spPr>
          <p:txBody>
            <a:bodyPr/>
            <a:lstStyle/>
            <a:p>
              <a:endParaRPr lang="en-IN"/>
            </a:p>
          </p:txBody>
        </p:sp>
        <p:sp>
          <p:nvSpPr>
            <p:cNvPr id="15" name="Text 13"/>
            <p:cNvSpPr/>
            <p:nvPr/>
          </p:nvSpPr>
          <p:spPr>
            <a:xfrm>
              <a:off x="6492240" y="2057400"/>
              <a:ext cx="2331720" cy="274320"/>
            </a:xfrm>
            <a:prstGeom prst="rect">
              <a:avLst/>
            </a:prstGeom>
            <a:noFill/>
            <a:ln/>
          </p:spPr>
          <p:txBody>
            <a:bodyPr wrap="square" lIns="0" tIns="0" rIns="0" bIns="0" rtlCol="0" anchor="ctr"/>
            <a:lstStyle/>
            <a:p>
              <a:pPr marL="0" indent="0">
                <a:buNone/>
              </a:pPr>
              <a:r>
                <a:rPr lang="en-US" sz="1000" b="1" dirty="0">
                  <a:solidFill>
                    <a:srgbClr val="FFFFFF"/>
                  </a:solidFill>
                  <a:latin typeface="Noto Sans Kannada" pitchFamily="34" charset="0"/>
                  <a:ea typeface="Noto Sans Kannada" pitchFamily="34" charset="-122"/>
                  <a:cs typeface="Noto Sans Kannada" pitchFamily="34" charset="-120"/>
                </a:rPr>
                <a:t>FC-3</a:t>
              </a:r>
              <a:endParaRPr lang="en-US" sz="1000" dirty="0"/>
            </a:p>
          </p:txBody>
        </p:sp>
        <p:sp>
          <p:nvSpPr>
            <p:cNvPr id="16" name="Text 14"/>
            <p:cNvSpPr/>
            <p:nvPr/>
          </p:nvSpPr>
          <p:spPr>
            <a:xfrm>
              <a:off x="6492240" y="2423160"/>
              <a:ext cx="2331720" cy="914400"/>
            </a:xfrm>
            <a:prstGeom prst="rect">
              <a:avLst/>
            </a:prstGeom>
            <a:noFill/>
            <a:ln/>
          </p:spPr>
          <p:txBody>
            <a:bodyPr wrap="square" lIns="0" tIns="0" rIns="0" bIns="0" rtlCol="0" anchor="ctr"/>
            <a:lstStyle/>
            <a:p>
              <a:pPr marL="0" indent="0">
                <a:buNone/>
              </a:pPr>
              <a:r>
                <a:rPr lang="en-US" sz="1600" b="1" dirty="0">
                  <a:solidFill>
                    <a:srgbClr val="FFFFFF"/>
                  </a:solidFill>
                  <a:latin typeface="Noto Sans Kannada" pitchFamily="34" charset="0"/>
                  <a:ea typeface="Noto Sans Kannada" pitchFamily="34" charset="-122"/>
                  <a:cs typeface="Noto Sans Kannada" pitchFamily="34" charset="-120"/>
                </a:rPr>
                <a:t>ಭಾಗವಹಿಸುವ ಹಕ್ಕು</a:t>
              </a:r>
              <a:endParaRPr lang="en-US" sz="1600" dirty="0"/>
            </a:p>
          </p:txBody>
        </p:sp>
        <p:sp>
          <p:nvSpPr>
            <p:cNvPr id="17" name="Text 15"/>
            <p:cNvSpPr/>
            <p:nvPr/>
          </p:nvSpPr>
          <p:spPr>
            <a:xfrm>
              <a:off x="6431280" y="2331720"/>
              <a:ext cx="2331720" cy="251460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Noto Sans Kannada" pitchFamily="34" charset="0"/>
                  <a:ea typeface="Noto Sans Kannada" pitchFamily="34" charset="-122"/>
                  <a:cs typeface="Noto Sans Kannada" pitchFamily="34" charset="-120"/>
                </a:rPr>
                <a:t>ಭಾವನೆ, ಆಲೋಚನೆ ಹಂಚಿಕೊಳ್ಳುವ, ಪ್ರಶ್ನೆ ಕೇಳುವ ಮತ್ತು ತಮ್ಮ ಮೇಲೆ ಪರಿಣಾಮ ಬೀರುವ ನಿರ್ಧಾರಗಳಲ್ಲಿ ಭಾಗವಹಿಸುವ ಹಕ್ಕು</a:t>
              </a:r>
              <a:endParaRPr lang="en-US" sz="1050" dirty="0"/>
            </a:p>
          </p:txBody>
        </p:sp>
        <p:sp>
          <p:nvSpPr>
            <p:cNvPr id="18" name="Shape 16"/>
            <p:cNvSpPr/>
            <p:nvPr/>
          </p:nvSpPr>
          <p:spPr>
            <a:xfrm>
              <a:off x="9128760" y="1905887"/>
              <a:ext cx="2575560" cy="2241167"/>
            </a:xfrm>
            <a:prstGeom prst="roundRect">
              <a:avLst>
                <a:gd name="adj" fmla="val 4068"/>
              </a:avLst>
            </a:prstGeom>
            <a:solidFill>
              <a:srgbClr val="C2185B"/>
            </a:solidFill>
            <a:ln/>
          </p:spPr>
          <p:txBody>
            <a:bodyPr/>
            <a:lstStyle/>
            <a:p>
              <a:endParaRPr lang="en-IN"/>
            </a:p>
          </p:txBody>
        </p:sp>
        <p:sp>
          <p:nvSpPr>
            <p:cNvPr id="19" name="Text 17"/>
            <p:cNvSpPr/>
            <p:nvPr/>
          </p:nvSpPr>
          <p:spPr>
            <a:xfrm>
              <a:off x="9372600" y="2057400"/>
              <a:ext cx="2331720" cy="274320"/>
            </a:xfrm>
            <a:prstGeom prst="rect">
              <a:avLst/>
            </a:prstGeom>
            <a:noFill/>
            <a:ln/>
          </p:spPr>
          <p:txBody>
            <a:bodyPr wrap="square" lIns="0" tIns="0" rIns="0" bIns="0" rtlCol="0" anchor="ctr"/>
            <a:lstStyle/>
            <a:p>
              <a:pPr marL="0" indent="0">
                <a:buNone/>
              </a:pPr>
              <a:r>
                <a:rPr lang="en-US" sz="1000" b="1" dirty="0">
                  <a:solidFill>
                    <a:srgbClr val="FFFFFF"/>
                  </a:solidFill>
                  <a:latin typeface="Noto Sans Kannada" pitchFamily="34" charset="0"/>
                  <a:ea typeface="Noto Sans Kannada" pitchFamily="34" charset="-122"/>
                  <a:cs typeface="Noto Sans Kannada" pitchFamily="34" charset="-120"/>
                </a:rPr>
                <a:t>FC-4</a:t>
              </a:r>
              <a:endParaRPr lang="en-US" sz="1000" dirty="0"/>
            </a:p>
          </p:txBody>
        </p:sp>
        <p:sp>
          <p:nvSpPr>
            <p:cNvPr id="20" name="Text 18"/>
            <p:cNvSpPr/>
            <p:nvPr/>
          </p:nvSpPr>
          <p:spPr>
            <a:xfrm>
              <a:off x="9372600" y="2423160"/>
              <a:ext cx="2331720" cy="914400"/>
            </a:xfrm>
            <a:prstGeom prst="rect">
              <a:avLst/>
            </a:prstGeom>
            <a:noFill/>
            <a:ln/>
          </p:spPr>
          <p:txBody>
            <a:bodyPr wrap="square" lIns="0" tIns="0" rIns="0" bIns="0" rtlCol="0" anchor="ctr"/>
            <a:lstStyle/>
            <a:p>
              <a:pPr marL="0" indent="0">
                <a:buNone/>
              </a:pPr>
              <a:r>
                <a:rPr lang="en-US" sz="1600" b="1" dirty="0">
                  <a:solidFill>
                    <a:srgbClr val="FFFFFF"/>
                  </a:solidFill>
                  <a:latin typeface="Noto Sans Kannada" pitchFamily="34" charset="0"/>
                  <a:ea typeface="Noto Sans Kannada" pitchFamily="34" charset="-122"/>
                  <a:cs typeface="Noto Sans Kannada" pitchFamily="34" charset="-120"/>
                </a:rPr>
                <a:t>ರಕ್ಷಣೆಯ ಹಕ್ಕು</a:t>
              </a:r>
              <a:endParaRPr lang="en-US" sz="1600" dirty="0"/>
            </a:p>
          </p:txBody>
        </p:sp>
        <p:sp>
          <p:nvSpPr>
            <p:cNvPr id="21" name="Text 19"/>
            <p:cNvSpPr/>
            <p:nvPr/>
          </p:nvSpPr>
          <p:spPr>
            <a:xfrm>
              <a:off x="9372600" y="2377440"/>
              <a:ext cx="2331720" cy="2514600"/>
            </a:xfrm>
            <a:prstGeom prst="rect">
              <a:avLst/>
            </a:prstGeom>
            <a:noFill/>
            <a:ln/>
          </p:spPr>
          <p:txBody>
            <a:bodyPr wrap="square" lIns="0" tIns="0" rIns="0" bIns="0" rtlCol="0" anchor="ctr"/>
            <a:lstStyle/>
            <a:p>
              <a:pPr marL="0" indent="0">
                <a:lnSpc>
                  <a:spcPct val="125000"/>
                </a:lnSpc>
                <a:buNone/>
              </a:pPr>
              <a:r>
                <a:rPr lang="en-US" sz="1050" dirty="0">
                  <a:solidFill>
                    <a:srgbClr val="FFFFFF"/>
                  </a:solidFill>
                  <a:latin typeface="Noto Sans Kannada" pitchFamily="34" charset="0"/>
                  <a:ea typeface="Noto Sans Kannada" pitchFamily="34" charset="-122"/>
                  <a:cs typeface="Noto Sans Kannada" pitchFamily="34" charset="-120"/>
                </a:rPr>
                <a:t>ನೋವು ಉಂಟುಮಾಡುವುದು ಅಥವಾ ಕೆಟ್ಟದಾಗಿ ನಡೆಸಿಕೊಳ್ಳುವುದರಿಂದ ಯಾರಿಗೂ ಅವಕಾಶವಿಲ್ಲದ ಹಕ್ಕು</a:t>
              </a:r>
              <a:endParaRPr lang="en-US" sz="1050" dirty="0"/>
            </a:p>
          </p:txBody>
        </p:sp>
      </p:grpSp>
      <p:sp>
        <p:nvSpPr>
          <p:cNvPr id="25" name="TextBox 24">
            <a:extLst>
              <a:ext uri="{FF2B5EF4-FFF2-40B4-BE49-F238E27FC236}">
                <a16:creationId xmlns:a16="http://schemas.microsoft.com/office/drawing/2014/main" id="{6A39DC31-3CB1-7A32-8996-0D9F8A07E148}"/>
              </a:ext>
            </a:extLst>
          </p:cNvPr>
          <p:cNvSpPr txBox="1"/>
          <p:nvPr/>
        </p:nvSpPr>
        <p:spPr>
          <a:xfrm>
            <a:off x="325120" y="1806789"/>
            <a:ext cx="10556240" cy="1477328"/>
          </a:xfrm>
          <a:prstGeom prst="rect">
            <a:avLst/>
          </a:prstGeom>
          <a:noFill/>
        </p:spPr>
        <p:txBody>
          <a:bodyPr wrap="square">
            <a:spAutoFit/>
          </a:bodyPr>
          <a:lstStyle/>
          <a:p>
            <a:r>
              <a:rPr lang="en-IN" dirty="0" err="1"/>
              <a:t>ಪ್ರತೀ</a:t>
            </a:r>
            <a:r>
              <a:rPr lang="en-IN" dirty="0"/>
              <a:t> </a:t>
            </a:r>
            <a:r>
              <a:rPr lang="en-IN" dirty="0" err="1"/>
              <a:t>ಗುಂಪು</a:t>
            </a:r>
            <a:r>
              <a:rPr lang="en-IN" dirty="0"/>
              <a:t> </a:t>
            </a:r>
            <a:r>
              <a:rPr lang="en-IN" dirty="0" err="1"/>
              <a:t>ಹಕ್ಕುಗಳನ್ನು</a:t>
            </a:r>
            <a:r>
              <a:rPr lang="en-IN" dirty="0"/>
              <a:t> </a:t>
            </a:r>
            <a:r>
              <a:rPr lang="en-IN" dirty="0" err="1"/>
              <a:t>ಓದಿದ</a:t>
            </a:r>
            <a:r>
              <a:rPr lang="en-IN" dirty="0"/>
              <a:t> </a:t>
            </a:r>
            <a:r>
              <a:rPr lang="en-IN" dirty="0" err="1"/>
              <a:t>ನಂತರ</a:t>
            </a:r>
            <a:r>
              <a:rPr lang="en-IN" dirty="0"/>
              <a:t> </a:t>
            </a:r>
            <a:r>
              <a:rPr lang="en-IN" dirty="0" err="1"/>
              <a:t>ಸಂಬಂಧಿಸಿದ</a:t>
            </a:r>
            <a:r>
              <a:rPr lang="en-IN" dirty="0"/>
              <a:t> </a:t>
            </a:r>
            <a:r>
              <a:rPr lang="en-IN" dirty="0" err="1"/>
              <a:t>ಪ್ಲಾಶ್</a:t>
            </a:r>
            <a:r>
              <a:rPr lang="en-IN" dirty="0"/>
              <a:t>‌ </a:t>
            </a:r>
            <a:r>
              <a:rPr lang="en-IN" dirty="0" err="1"/>
              <a:t>ಕಾರ್ಡ್</a:t>
            </a:r>
            <a:r>
              <a:rPr lang="en-IN" dirty="0"/>
              <a:t>‌ </a:t>
            </a:r>
            <a:r>
              <a:rPr lang="en-IN" dirty="0" err="1"/>
              <a:t>ಅನ್ನು</a:t>
            </a:r>
            <a:r>
              <a:rPr lang="en-IN" dirty="0"/>
              <a:t> </a:t>
            </a:r>
            <a:r>
              <a:rPr lang="en-IN" dirty="0" err="1"/>
              <a:t>ಓದುವುದು</a:t>
            </a:r>
            <a:r>
              <a:rPr lang="en-IN" dirty="0"/>
              <a:t>.</a:t>
            </a:r>
            <a:br>
              <a:rPr lang="en-IN" dirty="0"/>
            </a:br>
            <a:r>
              <a:rPr lang="en-IN" dirty="0" err="1"/>
              <a:t>ಕರಪತ್ರ</a:t>
            </a:r>
            <a:r>
              <a:rPr lang="en-IN" dirty="0"/>
              <a:t> ೧ : </a:t>
            </a:r>
            <a:r>
              <a:rPr lang="en-IN" dirty="0" err="1"/>
              <a:t>ಜೀವಿಸುವ</a:t>
            </a:r>
            <a:r>
              <a:rPr lang="en-IN" dirty="0"/>
              <a:t> </a:t>
            </a:r>
            <a:r>
              <a:rPr lang="en-IN" dirty="0" err="1"/>
              <a:t>ಹಕ್ಕು</a:t>
            </a:r>
            <a:br>
              <a:rPr lang="en-IN" dirty="0"/>
            </a:br>
            <a:r>
              <a:rPr lang="en-IN" dirty="0" err="1"/>
              <a:t>ಕರಪತ್ರ</a:t>
            </a:r>
            <a:r>
              <a:rPr lang="en-IN" dirty="0"/>
              <a:t> ೨ : </a:t>
            </a:r>
            <a:r>
              <a:rPr lang="en-IN" dirty="0" err="1"/>
              <a:t>ರಕ್ಷಣೆಯ</a:t>
            </a:r>
            <a:r>
              <a:rPr lang="en-IN" dirty="0"/>
              <a:t> </a:t>
            </a:r>
            <a:r>
              <a:rPr lang="en-IN" dirty="0" err="1"/>
              <a:t>ಹಕ್ಕು</a:t>
            </a:r>
            <a:br>
              <a:rPr lang="en-IN" dirty="0"/>
            </a:br>
            <a:r>
              <a:rPr lang="en-IN" dirty="0" err="1"/>
              <a:t>ಕರಪತ್ರ</a:t>
            </a:r>
            <a:r>
              <a:rPr lang="en-IN" dirty="0"/>
              <a:t> ೩ : </a:t>
            </a:r>
            <a:r>
              <a:rPr lang="en-IN" dirty="0" err="1"/>
              <a:t>ಭಾಗವಹಿಸುವ</a:t>
            </a:r>
            <a:r>
              <a:rPr lang="en-IN" dirty="0"/>
              <a:t> </a:t>
            </a:r>
            <a:r>
              <a:rPr lang="en-IN" dirty="0" err="1"/>
              <a:t>ಹಕ್ಕು</a:t>
            </a:r>
            <a:br>
              <a:rPr lang="en-IN" dirty="0"/>
            </a:br>
            <a:r>
              <a:rPr lang="en-IN" dirty="0" err="1"/>
              <a:t>ಕರಪತ್ರ</a:t>
            </a:r>
            <a:r>
              <a:rPr lang="en-IN" dirty="0"/>
              <a:t> ೪ : </a:t>
            </a:r>
            <a:r>
              <a:rPr lang="en-IN" dirty="0" err="1"/>
              <a:t>ಅಭಿವೃದ್ಧಿ</a:t>
            </a:r>
            <a:r>
              <a:rPr lang="en-IN" dirty="0"/>
              <a:t> </a:t>
            </a:r>
            <a:r>
              <a:rPr lang="en-IN" dirty="0" err="1"/>
              <a:t>ಹೊಂದುವ</a:t>
            </a:r>
            <a:r>
              <a:rPr lang="en-IN" dirty="0"/>
              <a:t> </a:t>
            </a:r>
            <a:r>
              <a:rPr lang="en-IN" dirty="0" err="1"/>
              <a:t>ಹಕ್ಕು</a:t>
            </a:r>
            <a:endParaRPr lang="en-IN" dirty="0"/>
          </a:p>
        </p:txBody>
      </p:sp>
      <p:sp>
        <p:nvSpPr>
          <p:cNvPr id="27" name="TextBox 26">
            <a:extLst>
              <a:ext uri="{FF2B5EF4-FFF2-40B4-BE49-F238E27FC236}">
                <a16:creationId xmlns:a16="http://schemas.microsoft.com/office/drawing/2014/main" id="{505246FD-80A5-8127-A6FC-A3BE9A50512C}"/>
              </a:ext>
            </a:extLst>
          </p:cNvPr>
          <p:cNvSpPr txBox="1"/>
          <p:nvPr/>
        </p:nvSpPr>
        <p:spPr>
          <a:xfrm>
            <a:off x="365760" y="1053514"/>
            <a:ext cx="10515600" cy="646331"/>
          </a:xfrm>
          <a:prstGeom prst="rect">
            <a:avLst/>
          </a:prstGeom>
          <a:noFill/>
        </p:spPr>
        <p:txBody>
          <a:bodyPr wrap="square">
            <a:spAutoFit/>
          </a:bodyPr>
          <a:lstStyle/>
          <a:p>
            <a:r>
              <a:rPr lang="en-IN" dirty="0" err="1"/>
              <a:t>ಪ್ರತೀ</a:t>
            </a:r>
            <a:r>
              <a:rPr lang="en-IN" dirty="0"/>
              <a:t> </a:t>
            </a:r>
            <a:r>
              <a:rPr lang="en-IN" dirty="0" err="1"/>
              <a:t>ಗುಂಪು</a:t>
            </a:r>
            <a:r>
              <a:rPr lang="en-IN" dirty="0"/>
              <a:t> </a:t>
            </a:r>
            <a:r>
              <a:rPr lang="en-IN" dirty="0" err="1"/>
              <a:t>ತಾವು</a:t>
            </a:r>
            <a:r>
              <a:rPr lang="en-IN" dirty="0"/>
              <a:t> </a:t>
            </a:r>
            <a:r>
              <a:rPr lang="en-IN" dirty="0" err="1"/>
              <a:t>ಬರೆದಿರುವಂತಹ</a:t>
            </a:r>
            <a:r>
              <a:rPr lang="en-IN" dirty="0"/>
              <a:t> </a:t>
            </a:r>
            <a:r>
              <a:rPr lang="en-IN" dirty="0" err="1"/>
              <a:t>ಹಕ್ಕುಗಳನ್ನು</a:t>
            </a:r>
            <a:r>
              <a:rPr lang="en-IN" dirty="0"/>
              <a:t> </a:t>
            </a:r>
            <a:r>
              <a:rPr lang="en-IN" dirty="0" err="1"/>
              <a:t>ಮಾತ್ರ</a:t>
            </a:r>
            <a:r>
              <a:rPr lang="en-IN" dirty="0"/>
              <a:t> </a:t>
            </a:r>
            <a:r>
              <a:rPr lang="en-IN" dirty="0" err="1"/>
              <a:t>ಮಂಡಿಸುವುದು</a:t>
            </a:r>
            <a:r>
              <a:rPr lang="en-IN" dirty="0"/>
              <a:t>. . </a:t>
            </a:r>
            <a:r>
              <a:rPr lang="en-IN" dirty="0" err="1"/>
              <a:t>ಹಾಗೆಯೇ</a:t>
            </a:r>
            <a:r>
              <a:rPr lang="en-IN" dirty="0"/>
              <a:t> </a:t>
            </a:r>
            <a:r>
              <a:rPr lang="en-IN" dirty="0" err="1"/>
              <a:t>ಪ್ರಮುಖ</a:t>
            </a:r>
            <a:r>
              <a:rPr lang="en-IN" dirty="0"/>
              <a:t> </a:t>
            </a:r>
            <a:r>
              <a:rPr lang="en-IN" dirty="0" err="1"/>
              <a:t>ಅಂಶಗಳನ್ನು</a:t>
            </a:r>
            <a:r>
              <a:rPr lang="en-IN" dirty="0"/>
              <a:t> </a:t>
            </a:r>
            <a:r>
              <a:rPr lang="en-IN" dirty="0" err="1"/>
              <a:t>ಬೋರ್ಡ್</a:t>
            </a:r>
            <a:r>
              <a:rPr lang="en-IN" dirty="0"/>
              <a:t>‌ </a:t>
            </a:r>
            <a:r>
              <a:rPr lang="en-IN" dirty="0" err="1"/>
              <a:t>ಮೇಲೆ</a:t>
            </a:r>
            <a:r>
              <a:rPr lang="en-IN" dirty="0"/>
              <a:t> </a:t>
            </a:r>
            <a:r>
              <a:rPr lang="en-IN" dirty="0" err="1"/>
              <a:t>ಸಂಬಂಧಿಸಿದ</a:t>
            </a:r>
            <a:r>
              <a:rPr lang="en-IN" dirty="0"/>
              <a:t> </a:t>
            </a:r>
            <a:r>
              <a:rPr lang="en-IN" dirty="0" err="1"/>
              <a:t>ವಿಭಾಗದ</a:t>
            </a:r>
            <a:r>
              <a:rPr lang="en-IN" dirty="0"/>
              <a:t> </a:t>
            </a:r>
            <a:r>
              <a:rPr lang="en-IN" dirty="0" err="1"/>
              <a:t>ಕೆಳಗೆ</a:t>
            </a:r>
            <a:r>
              <a:rPr lang="en-IN" dirty="0"/>
              <a:t> </a:t>
            </a:r>
            <a:r>
              <a:rPr lang="en-IN" dirty="0" err="1"/>
              <a:t>ಬರೆಯುವುದು</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130D54D-E60F-1309-2142-C1238859BFF5}"/>
              </a:ext>
            </a:extLst>
          </p:cNvPr>
          <p:cNvGraphicFramePr>
            <a:graphicFrameLocks noGrp="1"/>
          </p:cNvGraphicFramePr>
          <p:nvPr>
            <p:extLst>
              <p:ext uri="{D42A27DB-BD31-4B8C-83A1-F6EECF244321}">
                <p14:modId xmlns:p14="http://schemas.microsoft.com/office/powerpoint/2010/main" val="3948709257"/>
              </p:ext>
            </p:extLst>
          </p:nvPr>
        </p:nvGraphicFramePr>
        <p:xfrm>
          <a:off x="1362507" y="990600"/>
          <a:ext cx="6999173" cy="5500116"/>
        </p:xfrm>
        <a:graphic>
          <a:graphicData uri="http://schemas.openxmlformats.org/drawingml/2006/table">
            <a:tbl>
              <a:tblPr firstRow="1" firstCol="1" bandRow="1">
                <a:tableStyleId>{5940675A-B579-460E-94D1-54222C63F5DA}</a:tableStyleId>
              </a:tblPr>
              <a:tblGrid>
                <a:gridCol w="3630093">
                  <a:extLst>
                    <a:ext uri="{9D8B030D-6E8A-4147-A177-3AD203B41FA5}">
                      <a16:colId xmlns:a16="http://schemas.microsoft.com/office/drawing/2014/main" val="2918876553"/>
                    </a:ext>
                  </a:extLst>
                </a:gridCol>
                <a:gridCol w="3369080">
                  <a:extLst>
                    <a:ext uri="{9D8B030D-6E8A-4147-A177-3AD203B41FA5}">
                      <a16:colId xmlns:a16="http://schemas.microsoft.com/office/drawing/2014/main" val="4221124557"/>
                    </a:ext>
                  </a:extLst>
                </a:gridCol>
              </a:tblGrid>
              <a:tr h="2240711">
                <a:tc>
                  <a:txBody>
                    <a:bodyPr/>
                    <a:lstStyle/>
                    <a:p>
                      <a:pPr marL="198120" marR="85725" algn="ctr">
                        <a:lnSpc>
                          <a:spcPct val="115000"/>
                        </a:lnSpc>
                        <a:spcBef>
                          <a:spcPts val="600"/>
                        </a:spcBef>
                        <a:buNone/>
                      </a:pPr>
                      <a:r>
                        <a:rPr lang="kn-IN" sz="1400" u="sng" dirty="0">
                          <a:effectLst/>
                        </a:rPr>
                        <a:t>ಕರಪತ್ರ </a:t>
                      </a:r>
                      <a:r>
                        <a:rPr lang="en-GB" sz="1400" u="sng" dirty="0">
                          <a:effectLst/>
                        </a:rPr>
                        <a:t>1: </a:t>
                      </a:r>
                      <a:r>
                        <a:rPr lang="kn-IN" sz="1400" u="sng" dirty="0">
                          <a:effectLst/>
                        </a:rPr>
                        <a:t>ವಿಭಾಗ</a:t>
                      </a:r>
                      <a:endParaRPr lang="en-IN" sz="1400" dirty="0">
                        <a:effectLst/>
                      </a:endParaRPr>
                    </a:p>
                    <a:p>
                      <a:pPr marL="198120" marR="85725" algn="ctr">
                        <a:lnSpc>
                          <a:spcPct val="115000"/>
                        </a:lnSpc>
                        <a:spcBef>
                          <a:spcPts val="600"/>
                        </a:spcBef>
                        <a:buNone/>
                      </a:pPr>
                      <a:r>
                        <a:rPr lang="kn-IN" sz="1400" dirty="0">
                          <a:effectLst/>
                        </a:rPr>
                        <a:t>ಜೀವಿಸುವ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u="sng" dirty="0">
                          <a:effectLst/>
                        </a:rPr>
                        <a:t>ಜನನದ</a:t>
                      </a:r>
                      <a:r>
                        <a:rPr lang="kn-IN" sz="1400" dirty="0">
                          <a:effectLst/>
                        </a:rPr>
                        <a:t>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ಕನಿಷ್ಟ ಗುಣಮಟ್ಟದ ಆಹಾರ</a:t>
                      </a:r>
                      <a:r>
                        <a:rPr lang="en-GB" sz="1400" dirty="0">
                          <a:effectLst/>
                        </a:rPr>
                        <a:t>, </a:t>
                      </a:r>
                      <a:r>
                        <a:rPr lang="kn-IN" sz="1400" dirty="0">
                          <a:effectLst/>
                        </a:rPr>
                        <a:t>ವಸತಿ ಮತ್ತು ಬಟ್ಟೆ </a:t>
                      </a:r>
                      <a:r>
                        <a:rPr lang="en-GB" sz="1400" dirty="0">
                          <a:effectLst/>
                        </a:rPr>
                        <a:t>(</a:t>
                      </a:r>
                      <a:r>
                        <a:rPr lang="kn-IN" sz="1400" dirty="0">
                          <a:effectLst/>
                        </a:rPr>
                        <a:t>ಒಳ್ಳೆಯ ಆಹಾರ</a:t>
                      </a:r>
                      <a:r>
                        <a:rPr lang="en-GB" sz="1400" dirty="0">
                          <a:effectLst/>
                        </a:rPr>
                        <a:t>, </a:t>
                      </a:r>
                      <a:r>
                        <a:rPr lang="kn-IN" sz="1400" dirty="0">
                          <a:effectLst/>
                        </a:rPr>
                        <a:t>ಪೌಷ್ಟಿಕ ಆಹಾರ</a:t>
                      </a:r>
                      <a:r>
                        <a:rPr lang="en-GB" sz="1400" dirty="0">
                          <a:effectLst/>
                        </a:rPr>
                        <a:t>)</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u="sng" dirty="0">
                          <a:effectLst/>
                        </a:rPr>
                        <a:t>ಘನತೆಯಿಂದ ಜೀವಿಸುವ</a:t>
                      </a:r>
                      <a:r>
                        <a:rPr lang="kn-IN" sz="1400" dirty="0">
                          <a:effectLst/>
                        </a:rPr>
                        <a:t>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u="sng" dirty="0">
                          <a:effectLst/>
                        </a:rPr>
                        <a:t>ಆರೋಗ್ಯ ಕಾಳಜಿಯ </a:t>
                      </a:r>
                      <a:r>
                        <a:rPr lang="en-GB" sz="1400" u="sng" dirty="0">
                          <a:effectLst/>
                        </a:rPr>
                        <a:t>(</a:t>
                      </a:r>
                      <a:r>
                        <a:rPr lang="kn-IN" sz="1400" u="sng" dirty="0">
                          <a:effectLst/>
                        </a:rPr>
                        <a:t>ವೈದ್ಯಕೀಯ ನೆರವು</a:t>
                      </a:r>
                      <a:r>
                        <a:rPr lang="en-GB" sz="1400" u="sng" dirty="0">
                          <a:effectLst/>
                        </a:rPr>
                        <a:t>)</a:t>
                      </a:r>
                      <a:r>
                        <a:rPr lang="en-GB" sz="1400" dirty="0">
                          <a:effectLst/>
                        </a:rPr>
                        <a:t> </a:t>
                      </a:r>
                      <a:r>
                        <a:rPr lang="kn-IN" sz="1400" dirty="0">
                          <a:effectLst/>
                        </a:rPr>
                        <a:t>ಹಕ್ಕು</a:t>
                      </a:r>
                      <a:r>
                        <a:rPr lang="en-GB" sz="1400" dirty="0">
                          <a:effectLst/>
                        </a:rPr>
                        <a:t>, </a:t>
                      </a:r>
                      <a:r>
                        <a:rPr lang="kn-IN" sz="1400" u="sng" dirty="0">
                          <a:effectLst/>
                        </a:rPr>
                        <a:t>ಸುರಕ್ಷಿತ ಕುಡಿಯುವ ನೀರು</a:t>
                      </a:r>
                      <a:r>
                        <a:rPr lang="en-GB" sz="1400" u="sng" dirty="0">
                          <a:effectLst/>
                        </a:rPr>
                        <a:t>, </a:t>
                      </a:r>
                      <a:r>
                        <a:rPr lang="kn-IN" sz="1400" u="sng" dirty="0">
                          <a:effectLst/>
                        </a:rPr>
                        <a:t>ಪೌಷ್ಟಿಕ ಆಹಾರ</a:t>
                      </a:r>
                      <a:r>
                        <a:rPr lang="en-GB" sz="1400" dirty="0">
                          <a:effectLst/>
                        </a:rPr>
                        <a:t>, </a:t>
                      </a:r>
                      <a:r>
                        <a:rPr lang="kn-IN" sz="1400" u="sng" dirty="0">
                          <a:effectLst/>
                        </a:rPr>
                        <a:t>ಸ್ವಚ್ಛ ಹಾಗೂ ಸುರಕ್ಷಿತ ಪರಿಸರ</a:t>
                      </a:r>
                      <a:r>
                        <a:rPr lang="en-GB" sz="1400" dirty="0">
                          <a:effectLst/>
                        </a:rPr>
                        <a:t>, </a:t>
                      </a:r>
                      <a:r>
                        <a:rPr lang="kn-IN" sz="1400" dirty="0">
                          <a:effectLst/>
                        </a:rPr>
                        <a:t>ಹಾಗೂ ಆರೋಗ್ಯವಾಗಿರಲು  ಸಹಾಯಕವಾಗುವ ಮಾಹಿತಿ</a:t>
                      </a:r>
                      <a:endParaRPr lang="en-IN"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1110" marR="61110" marT="0" marB="0"/>
                </a:tc>
                <a:tc>
                  <a:txBody>
                    <a:bodyPr/>
                    <a:lstStyle/>
                    <a:p>
                      <a:pPr marL="198120" marR="85725" algn="ctr">
                        <a:lnSpc>
                          <a:spcPct val="115000"/>
                        </a:lnSpc>
                        <a:spcBef>
                          <a:spcPts val="600"/>
                        </a:spcBef>
                        <a:buNone/>
                      </a:pPr>
                      <a:r>
                        <a:rPr lang="kn-IN" sz="1400" u="sng" dirty="0">
                          <a:effectLst/>
                        </a:rPr>
                        <a:t>ಕರಪತ್ರ</a:t>
                      </a:r>
                      <a:r>
                        <a:rPr lang="en-GB" sz="1400" u="sng" dirty="0">
                          <a:effectLst/>
                        </a:rPr>
                        <a:t> 2: </a:t>
                      </a:r>
                      <a:r>
                        <a:rPr lang="kn-IN" sz="1400" u="sng" dirty="0">
                          <a:effectLst/>
                        </a:rPr>
                        <a:t>ವಿಭಾಗ</a:t>
                      </a:r>
                      <a:endParaRPr lang="en-IN" sz="1400" dirty="0">
                        <a:effectLst/>
                      </a:endParaRPr>
                    </a:p>
                    <a:p>
                      <a:pPr marL="198120" marR="85725" algn="ctr">
                        <a:lnSpc>
                          <a:spcPct val="115000"/>
                        </a:lnSpc>
                        <a:spcBef>
                          <a:spcPts val="600"/>
                        </a:spcBef>
                        <a:buNone/>
                      </a:pPr>
                      <a:r>
                        <a:rPr lang="kn-IN" sz="1400" dirty="0">
                          <a:effectLst/>
                        </a:rPr>
                        <a:t>ರಕ್ಷಣೆಯ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ಎಲ್ಲಾ ವಿಧದ </a:t>
                      </a:r>
                      <a:r>
                        <a:rPr lang="kn-IN" sz="1400" u="sng" dirty="0">
                          <a:effectLst/>
                        </a:rPr>
                        <a:t>ಹಿಂಸೆಯಿಂದ ರಕ್ಷಣೆಯ</a:t>
                      </a:r>
                      <a:r>
                        <a:rPr lang="kn-IN" sz="1400" dirty="0">
                          <a:effectLst/>
                        </a:rPr>
                        <a:t> ಹಕ್ಕು</a:t>
                      </a:r>
                      <a:r>
                        <a:rPr lang="en-GB" sz="1400" dirty="0">
                          <a:effectLst/>
                        </a:rPr>
                        <a:t> (</a:t>
                      </a:r>
                      <a:r>
                        <a:rPr lang="kn-IN" sz="1400" dirty="0">
                          <a:effectLst/>
                        </a:rPr>
                        <a:t>ಹೊಡೆಯಬಾರದು</a:t>
                      </a:r>
                      <a:r>
                        <a:rPr lang="en-GB" sz="1400" dirty="0">
                          <a:effectLst/>
                        </a:rPr>
                        <a:t>)</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ನಿರ್ಲಕ್ಷ್ಯದಿಂದ ರಕ್ಷಣೆಯ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u="sng" dirty="0">
                          <a:effectLst/>
                        </a:rPr>
                        <a:t>ದೈಹಿಕ</a:t>
                      </a:r>
                      <a:r>
                        <a:rPr lang="kn-IN" sz="1400" dirty="0">
                          <a:effectLst/>
                        </a:rPr>
                        <a:t> ಹಾಗೂ </a:t>
                      </a:r>
                      <a:r>
                        <a:rPr lang="kn-IN" sz="1400" u="sng" dirty="0">
                          <a:effectLst/>
                        </a:rPr>
                        <a:t>ಲೈಂಗಿಕ</a:t>
                      </a:r>
                      <a:r>
                        <a:rPr lang="kn-IN" sz="1400" dirty="0">
                          <a:effectLst/>
                        </a:rPr>
                        <a:t> ದೌರ್ಜನ್ಯದಿಂದ</a:t>
                      </a:r>
                      <a:r>
                        <a:rPr lang="en-GB" sz="1400" dirty="0">
                          <a:effectLst/>
                        </a:rPr>
                        <a:t>, </a:t>
                      </a:r>
                      <a:r>
                        <a:rPr lang="kn-IN" sz="1400" u="sng" dirty="0">
                          <a:effectLst/>
                        </a:rPr>
                        <a:t>ಭಾವನಾತ್ಮಕ</a:t>
                      </a:r>
                      <a:r>
                        <a:rPr lang="kn-IN" sz="1400" dirty="0">
                          <a:effectLst/>
                        </a:rPr>
                        <a:t> ದೌರ್ಜನ್ಯದಿಂದ ರಕ್ಷಣೆಯ ಹಕ್ಕು</a:t>
                      </a:r>
                      <a:r>
                        <a:rPr lang="en-GB" sz="1400" dirty="0">
                          <a:effectLst/>
                        </a:rPr>
                        <a:t>   </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ಅಪಾಯಕಾರಿ ಮಾದಕ ವಸ್ತುಗಳಿಂದ ರಕ್ಷಣೆಯ ಹಕ್ಕು</a:t>
                      </a:r>
                      <a:endParaRPr lang="en-IN"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1110" marR="61110" marT="0" marB="0"/>
                </a:tc>
                <a:extLst>
                  <a:ext uri="{0D108BD9-81ED-4DB2-BD59-A6C34878D82A}">
                    <a16:rowId xmlns:a16="http://schemas.microsoft.com/office/drawing/2014/main" val="3482567423"/>
                  </a:ext>
                </a:extLst>
              </a:tr>
              <a:tr h="2110626">
                <a:tc>
                  <a:txBody>
                    <a:bodyPr/>
                    <a:lstStyle/>
                    <a:p>
                      <a:pPr marL="198120" marR="85725" algn="ctr">
                        <a:lnSpc>
                          <a:spcPct val="115000"/>
                        </a:lnSpc>
                        <a:spcBef>
                          <a:spcPts val="600"/>
                        </a:spcBef>
                        <a:buNone/>
                      </a:pPr>
                      <a:r>
                        <a:rPr lang="kn-IN" sz="1400" u="sng">
                          <a:effectLst/>
                        </a:rPr>
                        <a:t>ಕರಪತ್ರ</a:t>
                      </a:r>
                      <a:r>
                        <a:rPr lang="en-GB" sz="1400" u="sng">
                          <a:effectLst/>
                        </a:rPr>
                        <a:t> 3: </a:t>
                      </a:r>
                      <a:r>
                        <a:rPr lang="kn-IN" sz="1400" u="sng">
                          <a:effectLst/>
                        </a:rPr>
                        <a:t>ವಿಭಾಗ</a:t>
                      </a:r>
                      <a:endParaRPr lang="en-IN" sz="1400">
                        <a:effectLst/>
                      </a:endParaRPr>
                    </a:p>
                    <a:p>
                      <a:pPr marL="198120" marR="85725" algn="ctr">
                        <a:lnSpc>
                          <a:spcPct val="115000"/>
                        </a:lnSpc>
                        <a:spcBef>
                          <a:spcPts val="600"/>
                        </a:spcBef>
                        <a:buNone/>
                      </a:pPr>
                      <a:r>
                        <a:rPr lang="kn-IN" sz="1400">
                          <a:effectLst/>
                        </a:rPr>
                        <a:t>ಭಾಗವಹಿಸುವಿಕೆ ಹಕ್ಕು</a:t>
                      </a:r>
                      <a:endParaRPr lang="en-IN" sz="1400">
                        <a:effectLst/>
                      </a:endParaRPr>
                    </a:p>
                    <a:p>
                      <a:pPr marL="342900" marR="85725" lvl="0" indent="-342900" algn="just">
                        <a:lnSpc>
                          <a:spcPct val="115000"/>
                        </a:lnSpc>
                        <a:spcBef>
                          <a:spcPts val="600"/>
                        </a:spcBef>
                        <a:buFont typeface="Wingdings" panose="05000000000000000000" pitchFamily="2" charset="2"/>
                        <a:buChar char=""/>
                      </a:pPr>
                      <a:r>
                        <a:rPr lang="kn-IN" sz="1400" u="sng">
                          <a:effectLst/>
                        </a:rPr>
                        <a:t>ಅಭಿಪ್ರಾಯ</a:t>
                      </a:r>
                      <a:r>
                        <a:rPr lang="kn-IN" sz="1400">
                          <a:effectLst/>
                        </a:rPr>
                        <a:t> ಸ್ವಾತಂತ್ರದ ಹಕ್ಕು</a:t>
                      </a:r>
                      <a:endParaRPr lang="en-IN" sz="1400">
                        <a:effectLst/>
                      </a:endParaRPr>
                    </a:p>
                    <a:p>
                      <a:pPr marL="342900" marR="85725" lvl="0" indent="-342900" algn="just">
                        <a:lnSpc>
                          <a:spcPct val="115000"/>
                        </a:lnSpc>
                        <a:spcBef>
                          <a:spcPts val="600"/>
                        </a:spcBef>
                        <a:buFont typeface="Wingdings" panose="05000000000000000000" pitchFamily="2" charset="2"/>
                        <a:buChar char=""/>
                      </a:pPr>
                      <a:r>
                        <a:rPr lang="kn-IN" sz="1400" u="sng">
                          <a:effectLst/>
                        </a:rPr>
                        <a:t>ಅಭಿವ್ಯಕ್ತಿ</a:t>
                      </a:r>
                      <a:r>
                        <a:rPr lang="kn-IN" sz="1400">
                          <a:effectLst/>
                        </a:rPr>
                        <a:t> ಸ್ವಾತಂತ್ರದ ಹಕ್ಕು</a:t>
                      </a:r>
                      <a:endParaRPr lang="en-IN" sz="1400">
                        <a:effectLst/>
                      </a:endParaRPr>
                    </a:p>
                    <a:p>
                      <a:pPr marL="342900" marR="85725" lvl="0" indent="-342900" algn="just">
                        <a:lnSpc>
                          <a:spcPct val="115000"/>
                        </a:lnSpc>
                        <a:spcBef>
                          <a:spcPts val="600"/>
                        </a:spcBef>
                        <a:buFont typeface="Wingdings" panose="05000000000000000000" pitchFamily="2" charset="2"/>
                        <a:buChar char=""/>
                      </a:pPr>
                      <a:r>
                        <a:rPr lang="kn-IN" sz="1400">
                          <a:effectLst/>
                        </a:rPr>
                        <a:t>ಸಾಹಚರ್ಯ</a:t>
                      </a:r>
                      <a:r>
                        <a:rPr lang="en-GB" sz="1400">
                          <a:effectLst/>
                        </a:rPr>
                        <a:t>(</a:t>
                      </a:r>
                      <a:r>
                        <a:rPr lang="kn-IN" sz="1400">
                          <a:effectLst/>
                        </a:rPr>
                        <a:t>ಒಡನಾಟ</a:t>
                      </a:r>
                      <a:r>
                        <a:rPr lang="en-GB" sz="1400">
                          <a:effectLst/>
                        </a:rPr>
                        <a:t>) </a:t>
                      </a:r>
                      <a:r>
                        <a:rPr lang="kn-IN" sz="1400">
                          <a:effectLst/>
                        </a:rPr>
                        <a:t>ಸ್ವಾತಂತ್ರದ ಹಕ್ಕು</a:t>
                      </a:r>
                      <a:endParaRPr lang="en-IN" sz="1400">
                        <a:effectLst/>
                      </a:endParaRPr>
                    </a:p>
                    <a:p>
                      <a:pPr marL="342900" marR="85725" lvl="0" indent="-342900" algn="just">
                        <a:lnSpc>
                          <a:spcPct val="115000"/>
                        </a:lnSpc>
                        <a:spcBef>
                          <a:spcPts val="600"/>
                        </a:spcBef>
                        <a:buFont typeface="Wingdings" panose="05000000000000000000" pitchFamily="2" charset="2"/>
                        <a:buChar char=""/>
                      </a:pPr>
                      <a:r>
                        <a:rPr lang="kn-IN" sz="1400" u="sng">
                          <a:effectLst/>
                        </a:rPr>
                        <a:t>ಮಾಹಿತಿ</a:t>
                      </a:r>
                      <a:r>
                        <a:rPr lang="kn-IN" sz="1400">
                          <a:effectLst/>
                        </a:rPr>
                        <a:t> ಹಕ್ಕು </a:t>
                      </a:r>
                      <a:endParaRPr lang="en-IN" sz="1400">
                        <a:effectLst/>
                      </a:endParaRPr>
                    </a:p>
                    <a:p>
                      <a:pPr marL="342900" marR="85725" lvl="0" indent="-342900" algn="just">
                        <a:lnSpc>
                          <a:spcPct val="115000"/>
                        </a:lnSpc>
                        <a:spcBef>
                          <a:spcPts val="600"/>
                        </a:spcBef>
                        <a:buFont typeface="Wingdings" panose="05000000000000000000" pitchFamily="2" charset="2"/>
                        <a:buChar char=""/>
                      </a:pPr>
                      <a:r>
                        <a:rPr lang="kn-IN" sz="1400">
                          <a:effectLst/>
                        </a:rPr>
                        <a:t>ಆತ </a:t>
                      </a:r>
                      <a:r>
                        <a:rPr lang="en-GB" sz="1400">
                          <a:effectLst/>
                        </a:rPr>
                        <a:t>/ </a:t>
                      </a:r>
                      <a:r>
                        <a:rPr lang="kn-IN" sz="1400">
                          <a:effectLst/>
                        </a:rPr>
                        <a:t>ಆಕೆಯನ್ನು ಪ್ರತ್ಯಕ್ಷವಾಗಿ ಅಥವಾ ಪರೋಕ್ಷವಾಗಿ ಒಳಗೊಳ್ಳುವ </a:t>
                      </a:r>
                      <a:r>
                        <a:rPr lang="kn-IN" sz="1400" u="sng">
                          <a:effectLst/>
                        </a:rPr>
                        <a:t>ಯಾವುದೇ ನಿರ್ಧಾರ ಕೈಗೊಳ್ಳುವಾಗ ಭಾಗವಹಿಸುವ</a:t>
                      </a:r>
                      <a:r>
                        <a:rPr lang="kn-IN" sz="1400">
                          <a:effectLst/>
                        </a:rPr>
                        <a:t> ಹಕ್ಕು</a:t>
                      </a:r>
                      <a:r>
                        <a:rPr lang="en-GB" sz="1400">
                          <a:effectLst/>
                        </a:rPr>
                        <a:t>  </a:t>
                      </a:r>
                      <a:endParaRPr lang="en-IN" sz="1400">
                        <a:effectLst/>
                        <a:latin typeface="Arial" panose="020B0604020202020204" pitchFamily="34" charset="0"/>
                        <a:ea typeface="Times New Roman" panose="02020603050405020304" pitchFamily="18" charset="0"/>
                        <a:cs typeface="Times New Roman" panose="02020603050405020304" pitchFamily="18" charset="0"/>
                      </a:endParaRPr>
                    </a:p>
                  </a:txBody>
                  <a:tcPr marL="61110" marR="61110" marT="0" marB="0"/>
                </a:tc>
                <a:tc>
                  <a:txBody>
                    <a:bodyPr/>
                    <a:lstStyle/>
                    <a:p>
                      <a:pPr marL="198120" marR="85725" algn="ctr">
                        <a:lnSpc>
                          <a:spcPct val="115000"/>
                        </a:lnSpc>
                        <a:spcBef>
                          <a:spcPts val="600"/>
                        </a:spcBef>
                        <a:buNone/>
                      </a:pPr>
                      <a:r>
                        <a:rPr lang="kn-IN" sz="1400" u="sng" dirty="0">
                          <a:effectLst/>
                        </a:rPr>
                        <a:t>ಕರಪತ್ರ</a:t>
                      </a:r>
                      <a:r>
                        <a:rPr lang="en-GB" sz="1400" u="sng" dirty="0">
                          <a:effectLst/>
                        </a:rPr>
                        <a:t> 4: </a:t>
                      </a:r>
                      <a:r>
                        <a:rPr lang="kn-IN" sz="1400" u="sng" dirty="0">
                          <a:effectLst/>
                        </a:rPr>
                        <a:t>ವಿಭಾಗ</a:t>
                      </a:r>
                      <a:endParaRPr lang="en-IN" sz="1400" dirty="0">
                        <a:effectLst/>
                      </a:endParaRPr>
                    </a:p>
                    <a:p>
                      <a:pPr marL="198120" marR="85725" algn="ctr">
                        <a:lnSpc>
                          <a:spcPct val="115000"/>
                        </a:lnSpc>
                        <a:spcBef>
                          <a:spcPts val="600"/>
                        </a:spcBef>
                        <a:buNone/>
                      </a:pPr>
                      <a:r>
                        <a:rPr lang="kn-IN" sz="1400" dirty="0">
                          <a:effectLst/>
                        </a:rPr>
                        <a:t>ವಿಕಾಸ ಹೊಂದುವ </a:t>
                      </a:r>
                      <a:r>
                        <a:rPr lang="en-GB" sz="1400" dirty="0">
                          <a:effectLst/>
                        </a:rPr>
                        <a:t>/ </a:t>
                      </a:r>
                      <a:r>
                        <a:rPr lang="kn-IN" sz="1400" dirty="0">
                          <a:effectLst/>
                        </a:rPr>
                        <a:t>ಬೆಳವಣಿಗೆಯ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ಭಾರತದ ಸಂವಿಧಾನದಲ್ಲಿ ಶಿಕ್ಷಣ</a:t>
                      </a:r>
                      <a:r>
                        <a:rPr lang="en-GB" sz="1400" dirty="0">
                          <a:effectLst/>
                        </a:rPr>
                        <a:t>  </a:t>
                      </a:r>
                      <a:r>
                        <a:rPr lang="kn-IN" sz="1400" dirty="0">
                          <a:effectLst/>
                        </a:rPr>
                        <a:t>ಮೂಲಭೂತ ಹಕ್ಕಾಗಿರುವುದರಿಂದ </a:t>
                      </a:r>
                      <a:r>
                        <a:rPr lang="kn-IN" sz="1400" u="sng" dirty="0">
                          <a:effectLst/>
                        </a:rPr>
                        <a:t>ಶಿಕ್ಷಣದ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u="sng" dirty="0">
                          <a:effectLst/>
                        </a:rPr>
                        <a:t>ಕಲಿಯುವ</a:t>
                      </a:r>
                      <a:r>
                        <a:rPr lang="kn-IN" sz="1400" dirty="0">
                          <a:effectLst/>
                        </a:rPr>
                        <a:t> ಹಕ್ಕು </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ವಿಶ್ರಾಂತಿ ಮತ್ತು ಆಟವಾಡುವ ಹಕ್ಕು</a:t>
                      </a:r>
                      <a:endParaRPr lang="en-IN" sz="1400" dirty="0">
                        <a:effectLst/>
                      </a:endParaRPr>
                    </a:p>
                    <a:p>
                      <a:pPr marL="342900" marR="85725" lvl="0" indent="-342900" algn="just">
                        <a:lnSpc>
                          <a:spcPct val="115000"/>
                        </a:lnSpc>
                        <a:spcBef>
                          <a:spcPts val="600"/>
                        </a:spcBef>
                        <a:buFont typeface="Wingdings" panose="05000000000000000000" pitchFamily="2" charset="2"/>
                        <a:buChar char=""/>
                      </a:pPr>
                      <a:r>
                        <a:rPr lang="kn-IN" sz="1400" dirty="0">
                          <a:effectLst/>
                        </a:rPr>
                        <a:t>ಭಾವನಾತ್ಮಕ</a:t>
                      </a:r>
                      <a:r>
                        <a:rPr lang="en-GB" sz="1400" dirty="0">
                          <a:effectLst/>
                        </a:rPr>
                        <a:t>, </a:t>
                      </a:r>
                      <a:r>
                        <a:rPr lang="kn-IN" sz="1400" dirty="0">
                          <a:effectLst/>
                        </a:rPr>
                        <a:t>ಮಾನಸಿಕ ಮತ್ತು ದೈಹಿಕ</a:t>
                      </a:r>
                      <a:r>
                        <a:rPr lang="en-GB" sz="1400" dirty="0">
                          <a:effectLst/>
                        </a:rPr>
                        <a:t> - </a:t>
                      </a:r>
                      <a:r>
                        <a:rPr lang="kn-IN" sz="1400" dirty="0">
                          <a:effectLst/>
                        </a:rPr>
                        <a:t>ಎಲ್ಲಾ ರೀತಿಯ ಬೆಳವಣಿಗೆಯ ಹಕ್ಕು</a:t>
                      </a:r>
                      <a:endParaRPr lang="en-IN" sz="1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1110" marR="61110" marT="0" marB="0"/>
                </a:tc>
                <a:extLst>
                  <a:ext uri="{0D108BD9-81ED-4DB2-BD59-A6C34878D82A}">
                    <a16:rowId xmlns:a16="http://schemas.microsoft.com/office/drawing/2014/main" val="1769702781"/>
                  </a:ext>
                </a:extLst>
              </a:tr>
            </a:tbl>
          </a:graphicData>
        </a:graphic>
      </p:graphicFrame>
      <p:sp>
        <p:nvSpPr>
          <p:cNvPr id="17" name="Text 2">
            <a:extLst>
              <a:ext uri="{FF2B5EF4-FFF2-40B4-BE49-F238E27FC236}">
                <a16:creationId xmlns:a16="http://schemas.microsoft.com/office/drawing/2014/main" id="{809A9A5E-F488-E6F8-EF37-891D03D73306}"/>
              </a:ext>
            </a:extLst>
          </p:cNvPr>
          <p:cNvSpPr/>
          <p:nvPr/>
        </p:nvSpPr>
        <p:spPr>
          <a:xfrm>
            <a:off x="670560" y="162560"/>
            <a:ext cx="7691120" cy="828040"/>
          </a:xfrm>
          <a:prstGeom prst="rect">
            <a:avLst/>
          </a:prstGeom>
          <a:noFill/>
          <a:ln/>
        </p:spPr>
        <p:txBody>
          <a:bodyPr wrap="square" lIns="0" tIns="0" rIns="0" bIns="0" rtlCol="0" anchor="ctr"/>
          <a:lstStyle/>
          <a:p>
            <a:pPr marL="0" indent="0">
              <a:buNone/>
            </a:pPr>
            <a:r>
              <a:rPr lang="en-US" sz="2200" b="1" dirty="0">
                <a:solidFill>
                  <a:srgbClr val="1A1A2E"/>
                </a:solidFill>
                <a:latin typeface="Noto Sans Kannada" pitchFamily="34" charset="0"/>
                <a:ea typeface="Noto Sans Kannada" pitchFamily="34" charset="-122"/>
                <a:cs typeface="Noto Sans Kannada" pitchFamily="34" charset="-120"/>
              </a:rPr>
              <a:t>ಪ್ರತಿ ವಿಭಾಗದ ವಿವರ</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DF1F5"/>
        </a:solidFill>
        <a:effectLst/>
      </p:bgPr>
    </p:bg>
    <p:spTree>
      <p:nvGrpSpPr>
        <p:cNvPr id="1" name=""/>
        <p:cNvGrpSpPr/>
        <p:nvPr/>
      </p:nvGrpSpPr>
      <p:grpSpPr>
        <a:xfrm>
          <a:off x="0" y="0"/>
          <a:ext cx="0" cy="0"/>
          <a:chOff x="0" y="0"/>
          <a:chExt cx="0" cy="0"/>
        </a:xfrm>
      </p:grpSpPr>
      <p:sp>
        <p:nvSpPr>
          <p:cNvPr id="3" name="Text 1"/>
          <p:cNvSpPr/>
          <p:nvPr/>
        </p:nvSpPr>
        <p:spPr>
          <a:xfrm>
            <a:off x="457200" y="320040"/>
            <a:ext cx="2335378" cy="329184"/>
          </a:xfrm>
          <a:prstGeom prst="rect">
            <a:avLst/>
          </a:prstGeom>
          <a:noFill/>
          <a:ln/>
        </p:spPr>
        <p:txBody>
          <a:bodyPr wrap="square" lIns="0" tIns="0" rIns="0" bIns="0" rtlCol="0" anchor="ctr"/>
          <a:lstStyle/>
          <a:p>
            <a:pPr marL="0" indent="0" algn="ctr">
              <a:buNone/>
            </a:pPr>
            <a:r>
              <a:rPr lang="en-US" sz="1050" b="1" dirty="0"/>
              <a:t>MC – To say this  </a:t>
            </a:r>
          </a:p>
        </p:txBody>
      </p:sp>
      <p:sp>
        <p:nvSpPr>
          <p:cNvPr id="4" name="Text 2"/>
          <p:cNvSpPr/>
          <p:nvPr/>
        </p:nvSpPr>
        <p:spPr>
          <a:xfrm>
            <a:off x="457200" y="868680"/>
            <a:ext cx="10515600" cy="502920"/>
          </a:xfrm>
          <a:prstGeom prst="rect">
            <a:avLst/>
          </a:prstGeom>
          <a:noFill/>
          <a:ln/>
        </p:spPr>
        <p:txBody>
          <a:bodyPr wrap="square" lIns="0" tIns="0" rIns="0" bIns="0" rtlCol="0" anchor="ctr"/>
          <a:lstStyle/>
          <a:p>
            <a:pPr marL="0" indent="0">
              <a:buNone/>
            </a:pPr>
            <a:r>
              <a:rPr lang="en-US" sz="2200" b="1" dirty="0">
                <a:solidFill>
                  <a:srgbClr val="C2185B"/>
                </a:solidFill>
                <a:latin typeface="Noto Sans Kannada" pitchFamily="34" charset="0"/>
                <a:ea typeface="Noto Sans Kannada" pitchFamily="34" charset="-122"/>
                <a:cs typeface="Noto Sans Kannada" pitchFamily="34" charset="-120"/>
              </a:rPr>
              <a:t>ರಕ್ಷಣೆಯ </a:t>
            </a:r>
            <a:r>
              <a:rPr lang="en-US" sz="2200" b="1" dirty="0" err="1">
                <a:solidFill>
                  <a:srgbClr val="C2185B"/>
                </a:solidFill>
                <a:latin typeface="Noto Sans Kannada" pitchFamily="34" charset="0"/>
                <a:ea typeface="Noto Sans Kannada" pitchFamily="34" charset="-122"/>
                <a:cs typeface="Noto Sans Kannada" pitchFamily="34" charset="-120"/>
              </a:rPr>
              <a:t>ಹಕ್ಕು</a:t>
            </a:r>
            <a:r>
              <a:rPr lang="en-US" sz="2200" b="1" dirty="0">
                <a:solidFill>
                  <a:srgbClr val="C2185B"/>
                </a:solidFill>
                <a:latin typeface="Noto Sans Kannada" pitchFamily="34" charset="0"/>
                <a:ea typeface="Noto Sans Kannada" pitchFamily="34" charset="-122"/>
                <a:cs typeface="Noto Sans Kannada" pitchFamily="34" charset="-120"/>
              </a:rPr>
              <a:t>  ಒಂದು ಪ್ರಮುಖ ಸಂದೇಶ</a:t>
            </a:r>
            <a:endParaRPr lang="en-US" sz="2200" dirty="0"/>
          </a:p>
        </p:txBody>
      </p:sp>
      <p:sp>
        <p:nvSpPr>
          <p:cNvPr id="6" name="Shape 4"/>
          <p:cNvSpPr/>
          <p:nvPr/>
        </p:nvSpPr>
        <p:spPr>
          <a:xfrm>
            <a:off x="548640" y="1920240"/>
            <a:ext cx="11064240" cy="2286000"/>
          </a:xfrm>
          <a:prstGeom prst="roundRect">
            <a:avLst>
              <a:gd name="adj" fmla="val 4000"/>
            </a:avLst>
          </a:prstGeom>
          <a:solidFill>
            <a:srgbClr val="FFFFFF"/>
          </a:solidFill>
          <a:ln w="12700">
            <a:solidFill>
              <a:srgbClr val="C2185B"/>
            </a:solidFill>
            <a:prstDash val="solid"/>
          </a:ln>
        </p:spPr>
        <p:txBody>
          <a:bodyPr/>
          <a:lstStyle/>
          <a:p>
            <a:endParaRPr lang="en-IN"/>
          </a:p>
        </p:txBody>
      </p:sp>
      <p:sp>
        <p:nvSpPr>
          <p:cNvPr id="7" name="Text 5"/>
          <p:cNvSpPr/>
          <p:nvPr/>
        </p:nvSpPr>
        <p:spPr>
          <a:xfrm>
            <a:off x="868680" y="2103120"/>
            <a:ext cx="10424160" cy="1920240"/>
          </a:xfrm>
          <a:prstGeom prst="rect">
            <a:avLst/>
          </a:prstGeom>
          <a:noFill/>
          <a:ln/>
        </p:spPr>
        <p:txBody>
          <a:bodyPr wrap="square" lIns="0" tIns="0" rIns="0" bIns="0" rtlCol="0" anchor="ctr"/>
          <a:lstStyle/>
          <a:p>
            <a:pPr marL="0" indent="0">
              <a:lnSpc>
                <a:spcPct val="135000"/>
              </a:lnSpc>
              <a:buNone/>
            </a:pPr>
            <a:r>
              <a:rPr lang="en-US" sz="1350" dirty="0">
                <a:solidFill>
                  <a:srgbClr val="1A1A2E"/>
                </a:solidFill>
                <a:latin typeface="Noto Sans Kannada" pitchFamily="34" charset="0"/>
                <a:ea typeface="Noto Sans Kannada" pitchFamily="34" charset="-122"/>
                <a:cs typeface="Noto Sans Kannada" pitchFamily="34" charset="-120"/>
              </a:rPr>
              <a:t>ಲೈಂಗಿಕ ದೌರ್ಜನ್ಯದಿಂದ ರಕ್ಷಣೆ ಪಡೆಯುವ ಹಕ್ಕು ನಿಮಗಿದೆ. ಅಂದರೆ, ನಿಮ್ಮ ಅನುಮತಿಯಿಲ್ಲದೆ ಯಾರೂ ನಿಮ್ಮನ್ನು ಮುಟ್ಟಲು, ಮುತ್ತಿಡಲು ಅಥವಾ ನಿಮಗೆ ಅಸುರಕ್ಷಿತ ಅಥವಾ ಅಸೌಕರ್ಯಕರವಾಗಿ ಅನಿಸುವ ರೀತಿಯಲ್ಲಿ ನಿಮ್ಮ ದೇಹವನ್ನು ಬಳಸಲು ಒತ್ತಾಯಿಸುವ ಹಕ್ಕು ಯಾರಿಗೂ ಇಲ್ಲ. ಯಾರಾದರೂ ಇದನ್ನು ರಹಸ್ಯವಾಗಿಡಲು ಹೇಳಿದರೂ, ಬೆದರಿಕೆ ಹಾಕಿದರೂ ಅಥವಾ ಬಲವಂತ ಮಾಡಲು ಪ್ರಯತ್ನಿಸಿದರೂ, ಅದು </a:t>
            </a:r>
            <a:r>
              <a:rPr lang="en-US" sz="1350" dirty="0" err="1">
                <a:solidFill>
                  <a:srgbClr val="1A1A2E"/>
                </a:solidFill>
                <a:latin typeface="Noto Sans Kannada" pitchFamily="34" charset="0"/>
                <a:ea typeface="Noto Sans Kannada" pitchFamily="34" charset="-122"/>
                <a:cs typeface="Noto Sans Kannada" pitchFamily="34" charset="-120"/>
              </a:rPr>
              <a:t>ತಪ್ಪೇ</a:t>
            </a:r>
            <a:r>
              <a:rPr lang="en-US" sz="1350" dirty="0">
                <a:solidFill>
                  <a:srgbClr val="1A1A2E"/>
                </a:solidFill>
                <a:latin typeface="Noto Sans Kannada" pitchFamily="34" charset="0"/>
                <a:ea typeface="Noto Sans Kannada" pitchFamily="34" charset="-122"/>
                <a:cs typeface="Noto Sans Kannada" pitchFamily="34" charset="-120"/>
              </a:rPr>
              <a:t>.</a:t>
            </a:r>
          </a:p>
          <a:p>
            <a:pPr>
              <a:lnSpc>
                <a:spcPct val="135000"/>
              </a:lnSpc>
            </a:pPr>
            <a:r>
              <a:rPr lang="en-US" sz="1350" b="1" dirty="0" err="1">
                <a:latin typeface="Noto Sans Kannada" pitchFamily="34" charset="0"/>
                <a:ea typeface="Noto Sans Kannada" pitchFamily="34" charset="-122"/>
                <a:cs typeface="Noto Sans Kannada" pitchFamily="34" charset="-120"/>
              </a:rPr>
              <a:t>ಇಂತಹ</a:t>
            </a:r>
            <a:r>
              <a:rPr lang="en-US" sz="1350" b="1" dirty="0">
                <a:latin typeface="Noto Sans Kannada" pitchFamily="34" charset="0"/>
                <a:ea typeface="Noto Sans Kannada" pitchFamily="34" charset="-122"/>
                <a:cs typeface="Noto Sans Kannada" pitchFamily="34" charset="-120"/>
              </a:rPr>
              <a:t> </a:t>
            </a:r>
            <a:r>
              <a:rPr lang="en-US" sz="1350" b="1" dirty="0" err="1">
                <a:latin typeface="Noto Sans Kannada" pitchFamily="34" charset="0"/>
                <a:ea typeface="Noto Sans Kannada" pitchFamily="34" charset="-122"/>
                <a:cs typeface="Noto Sans Kannada" pitchFamily="34" charset="-120"/>
              </a:rPr>
              <a:t>ಘಟನೆ</a:t>
            </a:r>
            <a:r>
              <a:rPr lang="en-US" sz="1350" b="1" dirty="0">
                <a:latin typeface="Noto Sans Kannada" pitchFamily="34" charset="0"/>
                <a:ea typeface="Noto Sans Kannada" pitchFamily="34" charset="-122"/>
                <a:cs typeface="Noto Sans Kannada" pitchFamily="34" charset="-120"/>
              </a:rPr>
              <a:t> </a:t>
            </a:r>
            <a:r>
              <a:rPr lang="en-US" sz="1350" b="1" dirty="0" err="1">
                <a:latin typeface="Noto Sans Kannada" pitchFamily="34" charset="0"/>
                <a:ea typeface="Noto Sans Kannada" pitchFamily="34" charset="-122"/>
                <a:cs typeface="Noto Sans Kannada" pitchFamily="34" charset="-120"/>
              </a:rPr>
              <a:t>ಎಂದಾದರೂ</a:t>
            </a:r>
            <a:r>
              <a:rPr lang="en-US" sz="1350" b="1" dirty="0">
                <a:latin typeface="Noto Sans Kannada" pitchFamily="34" charset="0"/>
                <a:ea typeface="Noto Sans Kannada" pitchFamily="34" charset="-122"/>
                <a:cs typeface="Noto Sans Kannada" pitchFamily="34" charset="-120"/>
              </a:rPr>
              <a:t> </a:t>
            </a:r>
            <a:r>
              <a:rPr lang="en-US" sz="1350" b="1" dirty="0" err="1">
                <a:latin typeface="Noto Sans Kannada" pitchFamily="34" charset="0"/>
                <a:ea typeface="Noto Sans Kannada" pitchFamily="34" charset="-122"/>
                <a:cs typeface="Noto Sans Kannada" pitchFamily="34" charset="-120"/>
              </a:rPr>
              <a:t>ನಡೆದರೆ</a:t>
            </a:r>
            <a:r>
              <a:rPr lang="en-US" sz="1350" b="1" dirty="0">
                <a:latin typeface="Noto Sans Kannada" pitchFamily="34" charset="0"/>
                <a:ea typeface="Noto Sans Kannada" pitchFamily="34" charset="-122"/>
                <a:cs typeface="Noto Sans Kannada" pitchFamily="34" charset="-120"/>
              </a:rPr>
              <a:t>, </a:t>
            </a:r>
            <a:r>
              <a:rPr lang="en-US" sz="1350" b="1" dirty="0" err="1">
                <a:latin typeface="Noto Sans Kannada" pitchFamily="34" charset="0"/>
                <a:ea typeface="Noto Sans Kannada" pitchFamily="34" charset="-122"/>
                <a:cs typeface="Noto Sans Kannada" pitchFamily="34" charset="-120"/>
              </a:rPr>
              <a:t>ಇದನ್ನು</a:t>
            </a:r>
            <a:r>
              <a:rPr lang="en-US" sz="1350" b="1" dirty="0">
                <a:latin typeface="Noto Sans Kannada" pitchFamily="34" charset="0"/>
                <a:ea typeface="Noto Sans Kannada" pitchFamily="34" charset="-122"/>
                <a:cs typeface="Noto Sans Kannada" pitchFamily="34" charset="-120"/>
              </a:rPr>
              <a:t> </a:t>
            </a:r>
            <a:r>
              <a:rPr lang="en-US" sz="1350" b="1" dirty="0" err="1">
                <a:latin typeface="Noto Sans Kannada" pitchFamily="34" charset="0"/>
                <a:ea typeface="Noto Sans Kannada" pitchFamily="34" charset="-122"/>
                <a:cs typeface="Noto Sans Kannada" pitchFamily="34" charset="-120"/>
              </a:rPr>
              <a:t>ನೆನಪಿಟ್ಟುಕೊಳ್ಳಿ</a:t>
            </a:r>
            <a:r>
              <a:rPr lang="en-US" sz="1350" b="1" dirty="0">
                <a:latin typeface="Noto Sans Kannada" pitchFamily="34" charset="0"/>
                <a:ea typeface="Noto Sans Kannada" pitchFamily="34" charset="-122"/>
                <a:cs typeface="Noto Sans Kannada" pitchFamily="34" charset="-120"/>
              </a:rPr>
              <a:t>:</a:t>
            </a:r>
          </a:p>
          <a:p>
            <a:pPr>
              <a:lnSpc>
                <a:spcPct val="135000"/>
              </a:lnSpc>
            </a:pPr>
            <a:r>
              <a:rPr lang="en-US" sz="1400" dirty="0" err="1">
                <a:latin typeface="Noto Sans Kannada" pitchFamily="34" charset="0"/>
                <a:ea typeface="Noto Sans Kannada" pitchFamily="34" charset="-122"/>
                <a:cs typeface="Noto Sans Kannada" pitchFamily="34" charset="-120"/>
              </a:rPr>
              <a:t>ಇದರಲ್ಲಿ</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ನಿಮ್ಮ</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ಯಾವುದೇ</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ತಪ್ಪಿಲ್ಲ</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ತಕ್ಷಣವೇ</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ನೀವು</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ನಂಬಿಕೆಯಿರುವ</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ಒಬ್ಬ</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ಹಿರಿಯರಿಗೆ</a:t>
            </a:r>
            <a:r>
              <a:rPr lang="en-US" sz="1400" dirty="0">
                <a:latin typeface="Noto Sans Kannada" pitchFamily="34" charset="0"/>
                <a:ea typeface="Noto Sans Kannada" pitchFamily="34" charset="-122"/>
                <a:cs typeface="Noto Sans Kannada" pitchFamily="34" charset="-120"/>
              </a:rPr>
              <a:t> ಈ </a:t>
            </a:r>
            <a:r>
              <a:rPr lang="en-US" sz="1400" dirty="0" err="1">
                <a:latin typeface="Noto Sans Kannada" pitchFamily="34" charset="0"/>
                <a:ea typeface="Noto Sans Kannada" pitchFamily="34" charset="-122"/>
                <a:cs typeface="Noto Sans Kannada" pitchFamily="34" charset="-120"/>
              </a:rPr>
              <a:t>ವಿಷಯವನ್ನು</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ತಿಳಿಸಿ</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ಅಥವಾ</a:t>
            </a:r>
            <a:r>
              <a:rPr lang="en-US" sz="1400" dirty="0">
                <a:latin typeface="Noto Sans Kannada" pitchFamily="34" charset="0"/>
                <a:ea typeface="Noto Sans Kannada" pitchFamily="34" charset="-122"/>
                <a:cs typeface="Noto Sans Kannada" pitchFamily="34" charset="-120"/>
              </a:rPr>
              <a:t> 1098 (</a:t>
            </a:r>
            <a:r>
              <a:rPr lang="en-US" sz="1400" dirty="0" err="1">
                <a:latin typeface="Noto Sans Kannada" pitchFamily="34" charset="0"/>
                <a:ea typeface="Noto Sans Kannada" pitchFamily="34" charset="-122"/>
                <a:cs typeface="Noto Sans Kannada" pitchFamily="34" charset="-120"/>
              </a:rPr>
              <a:t>ಮಕ್ಕಳ</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ಸಹಾಯವಾಣಿ</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ಗೆ</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ಕರೆ</a:t>
            </a:r>
            <a:r>
              <a:rPr lang="en-US" sz="1400" dirty="0">
                <a:latin typeface="Noto Sans Kannada" pitchFamily="34" charset="0"/>
                <a:ea typeface="Noto Sans Kannada" pitchFamily="34" charset="-122"/>
                <a:cs typeface="Noto Sans Kannada" pitchFamily="34" charset="-120"/>
              </a:rPr>
              <a:t> </a:t>
            </a:r>
            <a:r>
              <a:rPr lang="en-US" sz="1400" dirty="0" err="1">
                <a:latin typeface="Noto Sans Kannada" pitchFamily="34" charset="0"/>
                <a:ea typeface="Noto Sans Kannada" pitchFamily="34" charset="-122"/>
                <a:cs typeface="Noto Sans Kannada" pitchFamily="34" charset="-120"/>
              </a:rPr>
              <a:t>ಮಾಡಿ</a:t>
            </a:r>
            <a:r>
              <a:rPr lang="en-US" sz="1400" dirty="0">
                <a:latin typeface="Noto Sans Kannada" pitchFamily="34" charset="0"/>
                <a:ea typeface="Noto Sans Kannada" pitchFamily="34" charset="-122"/>
                <a:cs typeface="Noto Sans Kannada" pitchFamily="34" charset="-120"/>
              </a:rPr>
              <a:t>.</a:t>
            </a:r>
            <a:endParaRPr lang="en-US" sz="1400" dirty="0"/>
          </a:p>
          <a:p>
            <a:pPr>
              <a:lnSpc>
                <a:spcPct val="135000"/>
              </a:lnSpc>
            </a:pPr>
            <a:endParaRPr lang="en-US" sz="1350" dirty="0"/>
          </a:p>
          <a:p>
            <a:pPr marL="0" indent="0">
              <a:lnSpc>
                <a:spcPct val="135000"/>
              </a:lnSpc>
              <a:buNone/>
            </a:pPr>
            <a:endParaRPr lang="en-US" sz="1350" dirty="0"/>
          </a:p>
        </p:txBody>
      </p:sp>
      <p:sp>
        <p:nvSpPr>
          <p:cNvPr id="9" name="Text 7"/>
          <p:cNvSpPr/>
          <p:nvPr/>
        </p:nvSpPr>
        <p:spPr>
          <a:xfrm>
            <a:off x="868680" y="4572000"/>
            <a:ext cx="10424160" cy="365760"/>
          </a:xfrm>
          <a:prstGeom prst="rect">
            <a:avLst/>
          </a:prstGeom>
          <a:noFill/>
          <a:ln/>
        </p:spPr>
        <p:txBody>
          <a:bodyPr wrap="square" lIns="0" tIns="0" rIns="0" bIns="0" rtlCol="0" anchor="ctr"/>
          <a:lstStyle/>
          <a:p>
            <a:pPr marL="0" indent="0">
              <a:buNone/>
            </a:pPr>
            <a:endParaRPr lang="en-US" sz="1350" dirty="0"/>
          </a:p>
        </p:txBody>
      </p:sp>
      <p:sp>
        <p:nvSpPr>
          <p:cNvPr id="10" name="Text 8"/>
          <p:cNvSpPr/>
          <p:nvPr/>
        </p:nvSpPr>
        <p:spPr>
          <a:xfrm>
            <a:off x="868680" y="4937760"/>
            <a:ext cx="10424160" cy="1097280"/>
          </a:xfrm>
          <a:prstGeom prst="rect">
            <a:avLst/>
          </a:prstGeom>
          <a:noFill/>
          <a:ln/>
        </p:spPr>
        <p:txBody>
          <a:bodyPr wrap="square" lIns="0" tIns="0" rIns="0" bIns="0" rtlCol="0" anchor="ctr"/>
          <a:lstStyle/>
          <a:p>
            <a:pPr marL="0" indent="0">
              <a:lnSpc>
                <a:spcPct val="130000"/>
              </a:lnSpc>
              <a:buNone/>
            </a:pPr>
            <a:endParaRPr lang="en-US" sz="1300" dirty="0"/>
          </a:p>
        </p:txBody>
      </p:sp>
      <p:sp>
        <p:nvSpPr>
          <p:cNvPr id="12" name="Text 10"/>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16</a:t>
            </a:r>
            <a:endParaRPr lang="en-US" sz="900" dirty="0"/>
          </a:p>
        </p:txBody>
      </p:sp>
      <p:pic>
        <p:nvPicPr>
          <p:cNvPr id="13" name="Picture 12" descr="CHILDLINE 1098">
            <a:extLst>
              <a:ext uri="{FF2B5EF4-FFF2-40B4-BE49-F238E27FC236}">
                <a16:creationId xmlns:a16="http://schemas.microsoft.com/office/drawing/2014/main" id="{CBB42A85-079A-6070-C0FA-3C46C3ACEAB3}"/>
              </a:ext>
            </a:extLst>
          </p:cNvPr>
          <p:cNvPicPr>
            <a:picLocks noChangeAspect="1"/>
          </p:cNvPicPr>
          <p:nvPr/>
        </p:nvPicPr>
        <p:blipFill>
          <a:blip r:embed="rId4"/>
          <a:stretch>
            <a:fillRect/>
          </a:stretch>
        </p:blipFill>
        <p:spPr>
          <a:xfrm>
            <a:off x="9900241" y="4264187"/>
            <a:ext cx="1714500" cy="17145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6" name="Text 4"/>
          <p:cNvSpPr/>
          <p:nvPr/>
        </p:nvSpPr>
        <p:spPr>
          <a:xfrm>
            <a:off x="365760" y="533400"/>
            <a:ext cx="10515600" cy="502920"/>
          </a:xfrm>
          <a:prstGeom prst="rect">
            <a:avLst/>
          </a:prstGeom>
          <a:noFill/>
          <a:ln/>
        </p:spPr>
        <p:txBody>
          <a:bodyPr wrap="square" lIns="0" tIns="0" rIns="0" bIns="0" rtlCol="0" anchor="ctr"/>
          <a:lstStyle/>
          <a:p>
            <a:pPr marL="0" indent="0">
              <a:buNone/>
            </a:pPr>
            <a:r>
              <a:rPr lang="en-US" sz="2400" b="1" dirty="0" err="1">
                <a:solidFill>
                  <a:srgbClr val="1A1A2E"/>
                </a:solidFill>
                <a:latin typeface="Noto Sans Kannada" pitchFamily="34" charset="0"/>
                <a:ea typeface="Noto Sans Kannada" pitchFamily="34" charset="-122"/>
                <a:cs typeface="Noto Sans Kannada" pitchFamily="34" charset="-120"/>
              </a:rPr>
              <a:t>ಪ್ರತಿಫಲನ</a:t>
            </a:r>
            <a:r>
              <a:rPr lang="en-US" sz="2400" b="1" dirty="0">
                <a:solidFill>
                  <a:srgbClr val="1A1A2E"/>
                </a:solidFill>
                <a:latin typeface="Noto Sans Kannada" pitchFamily="34" charset="0"/>
                <a:ea typeface="Noto Sans Kannada" pitchFamily="34" charset="-122"/>
                <a:cs typeface="Noto Sans Kannada" pitchFamily="34" charset="-120"/>
              </a:rPr>
              <a:t> ವೃತ್ತ</a:t>
            </a:r>
            <a:endParaRPr lang="en-US" sz="2400" dirty="0"/>
          </a:p>
        </p:txBody>
      </p:sp>
      <p:sp>
        <p:nvSpPr>
          <p:cNvPr id="7" name="Text 5"/>
          <p:cNvSpPr/>
          <p:nvPr/>
        </p:nvSpPr>
        <p:spPr>
          <a:xfrm>
            <a:off x="365760" y="1216152"/>
            <a:ext cx="10972800" cy="365760"/>
          </a:xfrm>
          <a:prstGeom prst="rect">
            <a:avLst/>
          </a:prstGeom>
          <a:noFill/>
          <a:ln/>
        </p:spPr>
        <p:txBody>
          <a:bodyPr wrap="square" lIns="0" tIns="0" rIns="0" bIns="0" rtlCol="0" anchor="ctr"/>
          <a:lstStyle/>
          <a:p>
            <a:r>
              <a:rPr lang="en-IN" sz="1400" dirty="0" err="1"/>
              <a:t>ಪ್ರತೀ</a:t>
            </a:r>
            <a:r>
              <a:rPr lang="en-IN" sz="1400" dirty="0"/>
              <a:t> </a:t>
            </a:r>
            <a:r>
              <a:rPr lang="en-IN" sz="1400" dirty="0" err="1"/>
              <a:t>ವಿದ್ಯಾರ್ಥಿ</a:t>
            </a:r>
            <a:r>
              <a:rPr lang="en-IN" sz="1400" dirty="0"/>
              <a:t> </a:t>
            </a:r>
            <a:r>
              <a:rPr lang="en-IN" sz="1400" dirty="0" err="1"/>
              <a:t>ಒಂದು</a:t>
            </a:r>
            <a:r>
              <a:rPr lang="en-IN" sz="1400" dirty="0"/>
              <a:t> </a:t>
            </a:r>
            <a:r>
              <a:rPr lang="en-IN" sz="1400" dirty="0" err="1"/>
              <a:t>ಹಾಳೆಯಲ್ಲಿ</a:t>
            </a:r>
            <a:r>
              <a:rPr lang="en-IN" sz="1400" dirty="0"/>
              <a:t> ಈ </a:t>
            </a:r>
            <a:r>
              <a:rPr lang="en-IN" sz="1400" dirty="0" err="1"/>
              <a:t>ಕೆಳಗಿನ</a:t>
            </a:r>
            <a:r>
              <a:rPr lang="en-IN" sz="1400" dirty="0"/>
              <a:t> </a:t>
            </a:r>
            <a:r>
              <a:rPr lang="en-IN" sz="1400" dirty="0" err="1"/>
              <a:t>ಪ್ರಶ್ನೆಗಳಿಗೆ</a:t>
            </a:r>
            <a:r>
              <a:rPr lang="en-IN" sz="1400" dirty="0"/>
              <a:t> </a:t>
            </a:r>
            <a:r>
              <a:rPr lang="en-IN" sz="1400" dirty="0" err="1"/>
              <a:t>ಉತ್ತರ</a:t>
            </a:r>
            <a:r>
              <a:rPr lang="en-IN" sz="1400" dirty="0"/>
              <a:t> </a:t>
            </a:r>
            <a:r>
              <a:rPr lang="en-IN" sz="1400" dirty="0" err="1"/>
              <a:t>ಬರೆದು</a:t>
            </a:r>
            <a:r>
              <a:rPr lang="en-IN" sz="1400" dirty="0"/>
              <a:t> </a:t>
            </a:r>
            <a:r>
              <a:rPr lang="en-IN" sz="1400" dirty="0" err="1"/>
              <a:t>ಚೇಂಚ್</a:t>
            </a:r>
            <a:r>
              <a:rPr lang="en-IN" sz="1400" dirty="0"/>
              <a:t>‌ </a:t>
            </a:r>
            <a:r>
              <a:rPr lang="en-IN" sz="1400" dirty="0" err="1"/>
              <a:t>ಚಾಂಪಿ</a:t>
            </a:r>
            <a:r>
              <a:rPr lang="en-US" sz="1400" dirty="0">
                <a:solidFill>
                  <a:srgbClr val="1A1A2E"/>
                </a:solidFill>
                <a:latin typeface="Noto Sans Kannada" pitchFamily="34" charset="0"/>
                <a:ea typeface="Noto Sans Kannada" pitchFamily="34" charset="-122"/>
                <a:cs typeface="Noto Sans Kannada" pitchFamily="34" charset="-120"/>
              </a:rPr>
              <a:t>ಯ</a:t>
            </a:r>
            <a:r>
              <a:rPr lang="en-IN" sz="1400" dirty="0" err="1"/>
              <a:t>ನ್</a:t>
            </a:r>
            <a:r>
              <a:rPr lang="en-IN" sz="1400" dirty="0"/>
              <a:t>‌ </a:t>
            </a:r>
            <a:r>
              <a:rPr lang="en-IN" sz="1400" dirty="0" err="1"/>
              <a:t>ಬಾಕ್ಸ್</a:t>
            </a:r>
            <a:r>
              <a:rPr lang="en-IN" sz="1400" dirty="0"/>
              <a:t>‌ </a:t>
            </a:r>
            <a:r>
              <a:rPr lang="en-IN" sz="1400" dirty="0" err="1"/>
              <a:t>ನಲ್ಲಿ</a:t>
            </a:r>
            <a:r>
              <a:rPr lang="en-IN" sz="1400" dirty="0"/>
              <a:t> </a:t>
            </a:r>
            <a:r>
              <a:rPr lang="en-IN" sz="1400" dirty="0" err="1"/>
              <a:t>ಹಾಕುವರು</a:t>
            </a:r>
            <a:endParaRPr lang="en-US" sz="1250" dirty="0"/>
          </a:p>
        </p:txBody>
      </p:sp>
      <p:sp>
        <p:nvSpPr>
          <p:cNvPr id="8" name="Shape 6"/>
          <p:cNvSpPr/>
          <p:nvPr/>
        </p:nvSpPr>
        <p:spPr>
          <a:xfrm>
            <a:off x="548640" y="2011680"/>
            <a:ext cx="11064240" cy="896112"/>
          </a:xfrm>
          <a:prstGeom prst="roundRect">
            <a:avLst>
              <a:gd name="adj" fmla="val 8163"/>
            </a:avLst>
          </a:prstGeom>
          <a:solidFill>
            <a:srgbClr val="F5F3FA"/>
          </a:solidFill>
          <a:ln/>
        </p:spPr>
        <p:txBody>
          <a:bodyPr/>
          <a:lstStyle/>
          <a:p>
            <a:endParaRPr lang="en-IN"/>
          </a:p>
        </p:txBody>
      </p:sp>
      <p:sp>
        <p:nvSpPr>
          <p:cNvPr id="9" name="Text 7"/>
          <p:cNvSpPr/>
          <p:nvPr/>
        </p:nvSpPr>
        <p:spPr>
          <a:xfrm>
            <a:off x="777240" y="2185416"/>
            <a:ext cx="548640" cy="548640"/>
          </a:xfrm>
          <a:prstGeom prst="rect">
            <a:avLst/>
          </a:prstGeom>
          <a:noFill/>
          <a:ln/>
        </p:spPr>
        <p:txBody>
          <a:bodyPr wrap="square" lIns="0" tIns="0" rIns="0" bIns="0" rtlCol="0" anchor="ctr"/>
          <a:lstStyle/>
          <a:p>
            <a:pPr marL="0" indent="0">
              <a:buNone/>
            </a:pPr>
            <a:r>
              <a:rPr lang="en-US" sz="2000" b="1" dirty="0">
                <a:solidFill>
                  <a:srgbClr val="6A2C91"/>
                </a:solidFill>
                <a:latin typeface="Arial" panose="020B0604020202020204" pitchFamily="34" charset="0"/>
                <a:ea typeface="Noto Sans Kannada"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1463040" y="2011680"/>
            <a:ext cx="9966960" cy="896112"/>
          </a:xfrm>
          <a:prstGeom prst="rect">
            <a:avLst/>
          </a:prstGeom>
          <a:noFill/>
          <a:ln/>
        </p:spPr>
        <p:txBody>
          <a:bodyPr wrap="square" lIns="0" tIns="0" rIns="0" bIns="0" rtlCol="0" anchor="ctr"/>
          <a:lstStyle/>
          <a:p>
            <a:pPr marL="0" indent="0">
              <a:buNone/>
            </a:pPr>
            <a:r>
              <a:rPr lang="en-US" sz="1400" dirty="0">
                <a:solidFill>
                  <a:srgbClr val="1A1A2E"/>
                </a:solidFill>
                <a:latin typeface="Noto Sans Kannada" pitchFamily="34" charset="0"/>
                <a:ea typeface="Noto Sans Kannada" pitchFamily="34" charset="-122"/>
                <a:cs typeface="Noto Sans Kannada" pitchFamily="34" charset="-120"/>
              </a:rPr>
              <a:t>ನಿಮಗೆ ಯಾವ ಮಕ್ಕಳ ಹಕ್ಕು ತುಂಬಾ ಇಷ್ಟ?</a:t>
            </a:r>
            <a:endParaRPr lang="en-US" sz="1400" dirty="0"/>
          </a:p>
        </p:txBody>
      </p:sp>
      <p:sp>
        <p:nvSpPr>
          <p:cNvPr id="11" name="Shape 9"/>
          <p:cNvSpPr/>
          <p:nvPr/>
        </p:nvSpPr>
        <p:spPr>
          <a:xfrm>
            <a:off x="548640" y="3035808"/>
            <a:ext cx="11064240" cy="896112"/>
          </a:xfrm>
          <a:prstGeom prst="roundRect">
            <a:avLst>
              <a:gd name="adj" fmla="val 8163"/>
            </a:avLst>
          </a:prstGeom>
          <a:solidFill>
            <a:srgbClr val="F5F3FA"/>
          </a:solidFill>
          <a:ln/>
        </p:spPr>
        <p:txBody>
          <a:bodyPr/>
          <a:lstStyle/>
          <a:p>
            <a:endParaRPr lang="en-IN"/>
          </a:p>
        </p:txBody>
      </p:sp>
      <p:sp>
        <p:nvSpPr>
          <p:cNvPr id="12" name="Text 10"/>
          <p:cNvSpPr/>
          <p:nvPr/>
        </p:nvSpPr>
        <p:spPr>
          <a:xfrm>
            <a:off x="777240" y="3209544"/>
            <a:ext cx="548640" cy="548640"/>
          </a:xfrm>
          <a:prstGeom prst="rect">
            <a:avLst/>
          </a:prstGeom>
          <a:noFill/>
          <a:ln/>
        </p:spPr>
        <p:txBody>
          <a:bodyPr wrap="square" lIns="0" tIns="0" rIns="0" bIns="0" rtlCol="0" anchor="ctr"/>
          <a:lstStyle/>
          <a:p>
            <a:pPr marL="0" indent="0">
              <a:buNone/>
            </a:pPr>
            <a:r>
              <a:rPr lang="en-US" sz="2000" b="1" dirty="0">
                <a:solidFill>
                  <a:srgbClr val="6A2C91"/>
                </a:solidFill>
                <a:latin typeface="Arial" panose="020B0604020202020204" pitchFamily="34" charset="0"/>
                <a:ea typeface="Noto Sans Kannada"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13" name="Text 11"/>
          <p:cNvSpPr/>
          <p:nvPr/>
        </p:nvSpPr>
        <p:spPr>
          <a:xfrm>
            <a:off x="1463040" y="3035808"/>
            <a:ext cx="9966960" cy="896112"/>
          </a:xfrm>
          <a:prstGeom prst="rect">
            <a:avLst/>
          </a:prstGeom>
          <a:noFill/>
          <a:ln/>
        </p:spPr>
        <p:txBody>
          <a:bodyPr wrap="square" lIns="0" tIns="0" rIns="0" bIns="0" rtlCol="0" anchor="ctr"/>
          <a:lstStyle/>
          <a:p>
            <a:pPr marL="0" indent="0">
              <a:buNone/>
            </a:pPr>
            <a:r>
              <a:rPr lang="en-US" sz="1400" dirty="0">
                <a:solidFill>
                  <a:srgbClr val="1A1A2E"/>
                </a:solidFill>
                <a:latin typeface="Noto Sans Kannada" pitchFamily="34" charset="0"/>
                <a:ea typeface="Noto Sans Kannada" pitchFamily="34" charset="-122"/>
                <a:cs typeface="Noto Sans Kannada" pitchFamily="34" charset="-120"/>
              </a:rPr>
              <a:t>ಈ ಹಕ್ಕು ನಿಮ್ಮ ಜೀವನದಲ್ಲಿ ಇದೆ ಎಂದು ಅನಿಸುತ್ತದೆಯೇ?</a:t>
            </a:r>
            <a:endParaRPr lang="en-US" sz="1400" dirty="0"/>
          </a:p>
        </p:txBody>
      </p:sp>
      <p:sp>
        <p:nvSpPr>
          <p:cNvPr id="14" name="Shape 12"/>
          <p:cNvSpPr/>
          <p:nvPr/>
        </p:nvSpPr>
        <p:spPr>
          <a:xfrm>
            <a:off x="548640" y="4059936"/>
            <a:ext cx="11064240" cy="896112"/>
          </a:xfrm>
          <a:prstGeom prst="roundRect">
            <a:avLst>
              <a:gd name="adj" fmla="val 8163"/>
            </a:avLst>
          </a:prstGeom>
          <a:solidFill>
            <a:srgbClr val="F5F3FA"/>
          </a:solidFill>
          <a:ln/>
        </p:spPr>
        <p:txBody>
          <a:bodyPr/>
          <a:lstStyle/>
          <a:p>
            <a:endParaRPr lang="en-IN"/>
          </a:p>
        </p:txBody>
      </p:sp>
      <p:sp>
        <p:nvSpPr>
          <p:cNvPr id="15" name="Text 13"/>
          <p:cNvSpPr/>
          <p:nvPr/>
        </p:nvSpPr>
        <p:spPr>
          <a:xfrm>
            <a:off x="777240" y="4233672"/>
            <a:ext cx="548640" cy="548640"/>
          </a:xfrm>
          <a:prstGeom prst="rect">
            <a:avLst/>
          </a:prstGeom>
          <a:noFill/>
          <a:ln/>
        </p:spPr>
        <p:txBody>
          <a:bodyPr wrap="square" lIns="0" tIns="0" rIns="0" bIns="0" rtlCol="0" anchor="ctr"/>
          <a:lstStyle/>
          <a:p>
            <a:pPr marL="0" indent="0">
              <a:buNone/>
            </a:pPr>
            <a:r>
              <a:rPr lang="en-US" sz="2000" b="1" dirty="0">
                <a:solidFill>
                  <a:srgbClr val="6A2C91"/>
                </a:solidFill>
                <a:latin typeface="Arial" panose="020B0604020202020204" pitchFamily="34" charset="0"/>
                <a:ea typeface="Noto Sans Kannada"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6" name="Text 14"/>
          <p:cNvSpPr/>
          <p:nvPr/>
        </p:nvSpPr>
        <p:spPr>
          <a:xfrm>
            <a:off x="1463040" y="4059936"/>
            <a:ext cx="9966960" cy="896112"/>
          </a:xfrm>
          <a:prstGeom prst="rect">
            <a:avLst/>
          </a:prstGeom>
          <a:noFill/>
          <a:ln/>
        </p:spPr>
        <p:txBody>
          <a:bodyPr wrap="square" lIns="0" tIns="0" rIns="0" bIns="0" rtlCol="0" anchor="ctr"/>
          <a:lstStyle/>
          <a:p>
            <a:pPr marL="0" indent="0">
              <a:buNone/>
            </a:pPr>
            <a:r>
              <a:rPr lang="en-US" sz="1400" dirty="0">
                <a:solidFill>
                  <a:srgbClr val="1A1A2E"/>
                </a:solidFill>
                <a:latin typeface="Noto Sans Kannada" pitchFamily="34" charset="0"/>
                <a:ea typeface="Noto Sans Kannada" pitchFamily="34" charset="-122"/>
                <a:cs typeface="Noto Sans Kannada" pitchFamily="34" charset="-120"/>
              </a:rPr>
              <a:t>ಈ ಹಕ್ಕು ಎಲ್ಲಾ ಮಕ್ಕಳಿಗೂ ಸಿಗುತ್ತಿದೆ ಎಂದು ಅನಿಸುತ್ತಿದೆಯೇ?</a:t>
            </a:r>
            <a:endParaRPr lang="en-US" sz="1400" dirty="0"/>
          </a:p>
        </p:txBody>
      </p:sp>
      <p:sp>
        <p:nvSpPr>
          <p:cNvPr id="17" name="Shape 15"/>
          <p:cNvSpPr/>
          <p:nvPr/>
        </p:nvSpPr>
        <p:spPr>
          <a:xfrm>
            <a:off x="548640" y="5084064"/>
            <a:ext cx="11064240" cy="896112"/>
          </a:xfrm>
          <a:prstGeom prst="roundRect">
            <a:avLst>
              <a:gd name="adj" fmla="val 8163"/>
            </a:avLst>
          </a:prstGeom>
          <a:solidFill>
            <a:srgbClr val="F5F3FA"/>
          </a:solidFill>
          <a:ln/>
        </p:spPr>
        <p:txBody>
          <a:bodyPr/>
          <a:lstStyle/>
          <a:p>
            <a:endParaRPr lang="en-IN"/>
          </a:p>
        </p:txBody>
      </p:sp>
      <p:sp>
        <p:nvSpPr>
          <p:cNvPr id="18" name="Text 16"/>
          <p:cNvSpPr/>
          <p:nvPr/>
        </p:nvSpPr>
        <p:spPr>
          <a:xfrm>
            <a:off x="777240" y="5257800"/>
            <a:ext cx="548640" cy="548640"/>
          </a:xfrm>
          <a:prstGeom prst="rect">
            <a:avLst/>
          </a:prstGeom>
          <a:noFill/>
          <a:ln/>
        </p:spPr>
        <p:txBody>
          <a:bodyPr wrap="square" lIns="0" tIns="0" rIns="0" bIns="0" rtlCol="0" anchor="ctr"/>
          <a:lstStyle/>
          <a:p>
            <a:pPr marL="0" indent="0">
              <a:buNone/>
            </a:pPr>
            <a:r>
              <a:rPr lang="en-US" sz="2000" b="1" dirty="0">
                <a:solidFill>
                  <a:srgbClr val="6A2C91"/>
                </a:solidFill>
                <a:latin typeface="Arial" panose="020B0604020202020204" pitchFamily="34" charset="0"/>
                <a:ea typeface="Noto Sans Kannada" pitchFamily="34" charset="-122"/>
                <a:cs typeface="Arial" panose="020B0604020202020204" pitchFamily="34" charset="0"/>
              </a:rPr>
              <a:t>4</a:t>
            </a:r>
            <a:endParaRPr lang="en-US" sz="2000" dirty="0">
              <a:latin typeface="Arial" panose="020B0604020202020204" pitchFamily="34" charset="0"/>
              <a:cs typeface="Arial" panose="020B0604020202020204" pitchFamily="34" charset="0"/>
            </a:endParaRPr>
          </a:p>
        </p:txBody>
      </p:sp>
      <p:sp>
        <p:nvSpPr>
          <p:cNvPr id="19" name="Text 17"/>
          <p:cNvSpPr/>
          <p:nvPr/>
        </p:nvSpPr>
        <p:spPr>
          <a:xfrm>
            <a:off x="1463040" y="5084064"/>
            <a:ext cx="9966960" cy="896112"/>
          </a:xfrm>
          <a:prstGeom prst="rect">
            <a:avLst/>
          </a:prstGeom>
          <a:noFill/>
          <a:ln/>
        </p:spPr>
        <p:txBody>
          <a:bodyPr wrap="square" lIns="0" tIns="0" rIns="0" bIns="0" rtlCol="0" anchor="ctr"/>
          <a:lstStyle/>
          <a:p>
            <a:pPr marL="0" indent="0">
              <a:buNone/>
            </a:pPr>
            <a:r>
              <a:rPr lang="en-US" sz="1400" dirty="0">
                <a:solidFill>
                  <a:srgbClr val="1A1A2E"/>
                </a:solidFill>
                <a:latin typeface="Noto Sans Kannada" pitchFamily="34" charset="0"/>
                <a:ea typeface="Noto Sans Kannada" pitchFamily="34" charset="-122"/>
                <a:cs typeface="Noto Sans Kannada" pitchFamily="34" charset="-120"/>
              </a:rPr>
              <a:t>ಈ ಹಕ್ಕನ್ನು ಬೆಂಬಲಿಸಲು ನೀವು ಯಾವ ಒಂದು ಸಂಗತಿ ಮಾಡಬಹುದು?</a:t>
            </a:r>
            <a:endParaRPr lang="en-US" sz="1400" dirty="0"/>
          </a:p>
        </p:txBody>
      </p:sp>
      <p:sp>
        <p:nvSpPr>
          <p:cNvPr id="21" name="Text 19"/>
          <p:cNvSpPr/>
          <p:nvPr/>
        </p:nvSpPr>
        <p:spPr>
          <a:xfrm>
            <a:off x="9144000" y="6473952"/>
            <a:ext cx="2560320" cy="274320"/>
          </a:xfrm>
          <a:prstGeom prst="rect">
            <a:avLst/>
          </a:prstGeom>
          <a:noFill/>
          <a:ln/>
        </p:spPr>
        <p:txBody>
          <a:bodyPr wrap="square" lIns="0" tIns="0" rIns="0" bIns="0" rtlCol="0" anchor="ctr"/>
          <a:lstStyle/>
          <a:p>
            <a:pPr marL="0" indent="0" algn="r">
              <a:buNone/>
            </a:pPr>
            <a:r>
              <a:rPr lang="en-US" sz="900" dirty="0">
                <a:solidFill>
                  <a:srgbClr val="6E6E80"/>
                </a:solidFill>
                <a:latin typeface="Noto Sans Kannada" pitchFamily="34" charset="0"/>
                <a:ea typeface="Noto Sans Kannada" pitchFamily="34" charset="-122"/>
                <a:cs typeface="Noto Sans Kannada" pitchFamily="34" charset="-120"/>
              </a:rPr>
              <a:t>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6" name="Text 4"/>
          <p:cNvSpPr/>
          <p:nvPr/>
        </p:nvSpPr>
        <p:spPr>
          <a:xfrm>
            <a:off x="914400" y="2286000"/>
            <a:ext cx="10332720" cy="1828800"/>
          </a:xfrm>
          <a:prstGeom prst="rect">
            <a:avLst/>
          </a:prstGeom>
          <a:noFill/>
          <a:ln/>
        </p:spPr>
        <p:txBody>
          <a:bodyPr wrap="square" lIns="0" tIns="0" rIns="0" bIns="0" rtlCol="0" anchor="ctr"/>
          <a:lstStyle/>
          <a:p>
            <a:pPr marL="0" indent="0" algn="ctr">
              <a:lnSpc>
                <a:spcPct val="120000"/>
              </a:lnSpc>
              <a:buNone/>
            </a:pPr>
            <a:r>
              <a:rPr lang="en-US" sz="3000" b="1" dirty="0">
                <a:latin typeface="Noto Sans Kannada" pitchFamily="34" charset="0"/>
                <a:ea typeface="Noto Sans Kannada" pitchFamily="34" charset="-122"/>
                <a:cs typeface="Noto Sans Kannada" pitchFamily="34" charset="-120"/>
              </a:rPr>
              <a:t>ಚಿಕ್ಕ ಚಿಕ್ಕ </a:t>
            </a:r>
            <a:r>
              <a:rPr lang="en-US" sz="3000" b="1" dirty="0" err="1">
                <a:latin typeface="Noto Sans Kannada" pitchFamily="34" charset="0"/>
                <a:ea typeface="Noto Sans Kannada" pitchFamily="34" charset="-122"/>
                <a:cs typeface="Noto Sans Kannada" pitchFamily="34" charset="-120"/>
              </a:rPr>
              <a:t>ಹೆಜ್ಜೆಗಳೂ</a:t>
            </a:r>
            <a:r>
              <a:rPr lang="en-US" sz="3000" b="1" dirty="0">
                <a:latin typeface="Noto Sans Kannada" pitchFamily="34" charset="0"/>
                <a:ea typeface="Noto Sans Kannada" pitchFamily="34" charset="-122"/>
                <a:cs typeface="Noto Sans Kannada" pitchFamily="34" charset="-120"/>
              </a:rPr>
              <a:t> </a:t>
            </a:r>
            <a:r>
              <a:rPr lang="en-US" sz="3000" b="1" dirty="0" err="1">
                <a:latin typeface="Noto Sans Kannada" pitchFamily="34" charset="0"/>
                <a:ea typeface="Noto Sans Kannada" pitchFamily="34" charset="-122"/>
                <a:cs typeface="Noto Sans Kannada" pitchFamily="34" charset="-120"/>
              </a:rPr>
              <a:t>ಮುಖ್ಯ</a:t>
            </a:r>
            <a:endParaRPr lang="en-US" sz="3000" dirty="0"/>
          </a:p>
          <a:p>
            <a:pPr marL="0" indent="0" algn="ctr">
              <a:lnSpc>
                <a:spcPct val="120000"/>
              </a:lnSpc>
              <a:buNone/>
            </a:pPr>
            <a:r>
              <a:rPr lang="en-US" sz="3000" b="1" dirty="0">
                <a:latin typeface="Noto Sans Kannada" pitchFamily="34" charset="0"/>
                <a:ea typeface="Noto Sans Kannada" pitchFamily="34" charset="-122"/>
                <a:cs typeface="Noto Sans Kannada" pitchFamily="34" charset="-120"/>
              </a:rPr>
              <a:t>ಬದಲಾವಣೆ ನಮ್ಮಿಂದಲೇ ಆರಂಭವಾಗುತ್ತದೆ.</a:t>
            </a:r>
            <a:endParaRPr lang="en-US" sz="3000" dirty="0"/>
          </a:p>
        </p:txBody>
      </p:sp>
      <p:sp>
        <p:nvSpPr>
          <p:cNvPr id="7" name="Text 5"/>
          <p:cNvSpPr/>
          <p:nvPr/>
        </p:nvSpPr>
        <p:spPr>
          <a:xfrm>
            <a:off x="914400" y="4389120"/>
            <a:ext cx="10332720" cy="548640"/>
          </a:xfrm>
          <a:prstGeom prst="rect">
            <a:avLst/>
          </a:prstGeom>
          <a:noFill/>
          <a:ln/>
        </p:spPr>
        <p:txBody>
          <a:bodyPr wrap="square" lIns="0" tIns="0" rIns="0" bIns="0" rtlCol="0" anchor="ctr"/>
          <a:lstStyle/>
          <a:p>
            <a:pPr marL="0" indent="0" algn="ctr">
              <a:buNone/>
            </a:pPr>
            <a:r>
              <a:rPr lang="en-US" sz="1600" dirty="0">
                <a:latin typeface="Noto Sans Kannada" pitchFamily="34" charset="0"/>
                <a:ea typeface="Noto Sans Kannada" pitchFamily="34" charset="-122"/>
                <a:cs typeface="Noto Sans Kannada" pitchFamily="34" charset="-120"/>
              </a:rPr>
              <a:t>ಧನ್ಯವಾದಗಳು — ಬನ್ನಿ, ನಾವೇ ಬದಲಾಗುವಂತೆ ಪರಸ್ಪರರನ್ನು ಉತ್ತೇಜಿಸೋಣ!</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8F236F-349D-84AF-D402-7D3BFFDC6C83}"/>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C80E0B70-43A7-1B44-09F0-0C6F9CA5431B}"/>
              </a:ext>
            </a:extLst>
          </p:cNvPr>
          <p:cNvSpPr/>
          <p:nvPr/>
        </p:nvSpPr>
        <p:spPr>
          <a:xfrm>
            <a:off x="914400" y="2286000"/>
            <a:ext cx="10332720" cy="1828800"/>
          </a:xfrm>
          <a:prstGeom prst="rect">
            <a:avLst/>
          </a:prstGeom>
          <a:noFill/>
          <a:ln/>
        </p:spPr>
        <p:txBody>
          <a:bodyPr wrap="square" lIns="0" tIns="0" rIns="0" bIns="0" rtlCol="0" anchor="ctr"/>
          <a:lstStyle/>
          <a:p>
            <a:pPr marL="0" indent="0" algn="ctr">
              <a:lnSpc>
                <a:spcPct val="120000"/>
              </a:lnSpc>
              <a:buNone/>
            </a:pPr>
            <a:r>
              <a:rPr lang="en-US" sz="3000" dirty="0"/>
              <a:t>Retain the video </a:t>
            </a:r>
          </a:p>
        </p:txBody>
      </p:sp>
    </p:spTree>
    <p:extLst>
      <p:ext uri="{BB962C8B-B14F-4D97-AF65-F5344CB8AC3E}">
        <p14:creationId xmlns:p14="http://schemas.microsoft.com/office/powerpoint/2010/main" val="3891298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TotalTime>
  <Words>1961</Words>
  <Application>Microsoft Office PowerPoint</Application>
  <PresentationFormat>Widescreen</PresentationFormat>
  <Paragraphs>179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Nirmala UI</vt:lpstr>
      <vt:lpstr>Noto Sans Kannada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Ashwini KG</cp:lastModifiedBy>
  <cp:revision>5</cp:revision>
  <dcterms:created xsi:type="dcterms:W3CDTF">2026-08-11T05:00:12Z</dcterms:created>
  <dcterms:modified xsi:type="dcterms:W3CDTF">2026-08-27T07:27:58Z</dcterms:modified>
</cp:coreProperties>
</file>