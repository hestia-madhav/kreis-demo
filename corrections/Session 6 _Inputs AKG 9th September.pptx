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p:regular r:id="rId28"/>
      <p:bold r:id="rId29"/>
      <p:italic r:id="rId30"/>
      <p:boldItalic r:id="rId31"/>
    </p:embeddedFont>
    <p:embeddedFont>
      <p:font typeface="Int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Inter-bold.fntdata"/><Relationship Id="rId10" Type="http://schemas.openxmlformats.org/officeDocument/2006/relationships/slide" Target="slides/slide5.xml"/><Relationship Id="rId32" Type="http://schemas.openxmlformats.org/officeDocument/2006/relationships/font" Target="fonts/Inter-regular.fntdata"/><Relationship Id="rId13" Type="http://schemas.openxmlformats.org/officeDocument/2006/relationships/slide" Target="slides/slide8.xml"/><Relationship Id="rId35" Type="http://schemas.openxmlformats.org/officeDocument/2006/relationships/font" Target="fonts/Inter-boldItalic.fntdata"/><Relationship Id="rId12" Type="http://schemas.openxmlformats.org/officeDocument/2006/relationships/slide" Target="slides/slide7.xml"/><Relationship Id="rId34" Type="http://schemas.openxmlformats.org/officeDocument/2006/relationships/font" Target="fonts/Inter-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a5463352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a5463352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a5463352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a5463352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a5463352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a5463352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a5463352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a5463352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a5463352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a5463352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a5463352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a5463352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a5463352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a5463352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a5463352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a5463352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a5463352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a5463352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a5463352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a5463352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a5463352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a5463352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a5463352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a5463352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a5463352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a5463352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a5463352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a5463352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a5463352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a5463352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a5463352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a5463352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a5463352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a5463352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a5463352e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a5463352e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a5463352e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a5463352e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a5463352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a5463352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a5463352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a5463352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2.jpg"/><Relationship Id="rId5" Type="http://schemas.openxmlformats.org/officeDocument/2006/relationships/image" Target="../media/image6.jpg"/><Relationship Id="rId6"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498975" y="1444525"/>
            <a:ext cx="6423900" cy="31911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SzPts val="990"/>
              <a:buNone/>
            </a:pPr>
            <a:r>
              <a:rPr lang="en" sz="1690"/>
              <a:t>ನೀವು ಅಥವಾ ನಿಮ್ಮ ಕುಟುಂಬದವರು ಸುದ್ದಿಯನ್ನು (News) ಗಮನಿಸುತ್ತಾರೆಯೇ?</a:t>
            </a:r>
            <a:endParaRPr sz="1690"/>
          </a:p>
          <a:p>
            <a:pPr indent="0" lvl="0" marL="0" marR="0" rtl="0" algn="l">
              <a:lnSpc>
                <a:spcPct val="115000"/>
              </a:lnSpc>
              <a:spcBef>
                <a:spcPts val="1200"/>
              </a:spcBef>
              <a:spcAft>
                <a:spcPts val="0"/>
              </a:spcAft>
              <a:buSzPts val="990"/>
              <a:buNone/>
            </a:pPr>
            <a:r>
              <a:rPr lang="en" sz="1690"/>
              <a:t>ಅವರಿಗೆ ಈ ಸುದ್ದಿಗಳು ಎಲ್ಲಿಂದ ಸಿಗುತ್ತವೆ?  ಟಿವಿ, ಪತ್ರಿಕೆ, ವಾಟ್ಸಾಪ್ ಅಥವಾ ಯೂಟ್ಯೂಬ್?</a:t>
            </a:r>
            <a:endParaRPr sz="2860">
              <a:solidFill>
                <a:srgbClr val="1F2937"/>
              </a:solidFill>
              <a:highlight>
                <a:srgbClr val="FFFBF2"/>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990"/>
              <a:buFont typeface="Arial"/>
              <a:buNone/>
            </a:pPr>
            <a:r>
              <a:rPr lang="en" sz="1690"/>
              <a:t>ಒಂದೇ ಸುದ್ದಿಯನ್ನು </a:t>
            </a:r>
            <a:r>
              <a:rPr b="1" lang="en" sz="1690"/>
              <a:t>ಟಿವಿ, ಸಮುದಾಯ ಸಭೆ, ಇ-ಮೇಲ್, ವಾಟ್ಸ್‌ಆಪ್</a:t>
            </a:r>
            <a:r>
              <a:rPr lang="en" sz="1690"/>
              <a:t> ಮುಂತಾದ ವಿಭಿನ್ನ ವೇದಿಕೆಗಳಲ್ಲಿ ಜನರು ಹೇಗೆ ವಿಭಿನ್ನವಾಗಿ ಹೇಳುತ್ತಾರೆ ಎಂಬುದನ್ನು ಪಾತ್ರಾಭಿನಯದ ಮೂಲಕ ತಿಳಿದುಕೊಳ್ಳೋಣ.</a:t>
            </a:r>
            <a:endParaRPr sz="1690"/>
          </a:p>
          <a:p>
            <a:pPr indent="0" lvl="0" marL="0" rtl="0" algn="l">
              <a:lnSpc>
                <a:spcPct val="115000"/>
              </a:lnSpc>
              <a:spcBef>
                <a:spcPts val="1200"/>
              </a:spcBef>
              <a:spcAft>
                <a:spcPts val="0"/>
              </a:spcAft>
              <a:buClr>
                <a:schemeClr val="dk1"/>
              </a:buClr>
              <a:buSzPts val="990"/>
              <a:buFont typeface="Arial"/>
              <a:buNone/>
            </a:pPr>
            <a:r>
              <a:rPr b="1" lang="en" sz="1690"/>
              <a:t>ಪಾತ್ರಾಭಿನಯಕ್ಕೆ 5 ವಿದ್ಯಾರ್ಥಿಗಳು ಬೇಕು!</a:t>
            </a:r>
            <a:endParaRPr b="1" sz="1690"/>
          </a:p>
          <a:p>
            <a:pPr indent="-335915" lvl="0" marL="457200" rtl="0" algn="l">
              <a:lnSpc>
                <a:spcPct val="115000"/>
              </a:lnSpc>
              <a:spcBef>
                <a:spcPts val="1200"/>
              </a:spcBef>
              <a:spcAft>
                <a:spcPts val="0"/>
              </a:spcAft>
              <a:buSzPts val="1690"/>
              <a:buChar char="●"/>
            </a:pPr>
            <a:r>
              <a:rPr lang="en" sz="1690"/>
              <a:t>ಅಭಿನಯದಲ್ಲಿ ಆಸಕ್ತಿ ಇರುವವರು</a:t>
            </a:r>
            <a:endParaRPr sz="1690"/>
          </a:p>
          <a:p>
            <a:pPr indent="-335915" lvl="0" marL="457200" rtl="0" algn="l">
              <a:lnSpc>
                <a:spcPct val="115000"/>
              </a:lnSpc>
              <a:spcBef>
                <a:spcPts val="0"/>
              </a:spcBef>
              <a:spcAft>
                <a:spcPts val="0"/>
              </a:spcAft>
              <a:buSzPts val="1690"/>
              <a:buChar char="●"/>
            </a:pPr>
            <a:r>
              <a:rPr lang="en" sz="1690"/>
              <a:t>ಎಲ್ಲರಿಗೂ ಕೇಳಿಸುವಂತೆ ಸ್ಪಷ್ಟವಾಗಿ ಓದಬಲ್ಲವರು</a:t>
            </a:r>
            <a:endParaRPr sz="1690"/>
          </a:p>
          <a:p>
            <a:pPr indent="0" lvl="0" marL="0" rtl="0" algn="l">
              <a:lnSpc>
                <a:spcPct val="115000"/>
              </a:lnSpc>
              <a:spcBef>
                <a:spcPts val="1200"/>
              </a:spcBef>
              <a:spcAft>
                <a:spcPts val="0"/>
              </a:spcAft>
              <a:buClr>
                <a:schemeClr val="dk1"/>
              </a:buClr>
              <a:buSzPts val="990"/>
              <a:buFont typeface="Arial"/>
              <a:buNone/>
            </a:pPr>
            <a:r>
              <a:t/>
            </a:r>
            <a:endParaRPr i="1" sz="1690"/>
          </a:p>
          <a:p>
            <a:pPr indent="0" lvl="0" marL="0" rtl="0" algn="ctr">
              <a:lnSpc>
                <a:spcPct val="115000"/>
              </a:lnSpc>
              <a:spcBef>
                <a:spcPts val="1200"/>
              </a:spcBef>
              <a:spcAft>
                <a:spcPts val="0"/>
              </a:spcAft>
              <a:buSzPts val="990"/>
              <a:buNone/>
            </a:pPr>
            <a:r>
              <a:t/>
            </a:r>
            <a:endParaRPr sz="5380"/>
          </a:p>
        </p:txBody>
      </p:sp>
      <p:sp>
        <p:nvSpPr>
          <p:cNvPr id="55" name="Google Shape;55;p13"/>
          <p:cNvSpPr txBox="1"/>
          <p:nvPr/>
        </p:nvSpPr>
        <p:spPr>
          <a:xfrm>
            <a:off x="0" y="100875"/>
            <a:ext cx="3569100" cy="6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Vercel slide 2 be this</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659200" y="352800"/>
            <a:ext cx="8334600" cy="4302000"/>
          </a:xfrm>
          <a:prstGeom prst="rect">
            <a:avLst/>
          </a:prstGeom>
        </p:spPr>
        <p:txBody>
          <a:bodyPr anchorCtr="0" anchor="ctr" bIns="91425" lIns="91425" spcFirstLastPara="1" rIns="91425" wrap="square" tIns="91425">
            <a:normAutofit fontScale="90000"/>
          </a:bodyPr>
          <a:lstStyle/>
          <a:p>
            <a:pPr indent="0" lvl="0" marL="0" rtl="0" algn="l">
              <a:lnSpc>
                <a:spcPct val="140000"/>
              </a:lnSpc>
              <a:spcBef>
                <a:spcPts val="800"/>
              </a:spcBef>
              <a:spcAft>
                <a:spcPts val="0"/>
              </a:spcAft>
              <a:buNone/>
            </a:pPr>
            <a:r>
              <a:t/>
            </a:r>
            <a:endParaRPr sz="1950">
              <a:solidFill>
                <a:srgbClr val="1F2937"/>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None/>
            </a:pPr>
            <a:r>
              <a:rPr lang="en" sz="1989"/>
              <a:t>ಹಾಳೆಯನ್ನು ಕತ್ತರಿಸಿ, ಎಲ್ಲಾ </a:t>
            </a:r>
            <a:r>
              <a:rPr lang="en" sz="1889"/>
              <a:t>5</a:t>
            </a:r>
            <a:r>
              <a:rPr lang="en" sz="1989"/>
              <a:t> ವಿದ್ಯಾರ್ಥಿಗಳಿಗೆ ಒಂದೊಂದು ಚೀಟಿಯನ್ನು ಕೊಡಿ </a:t>
            </a:r>
            <a:endParaRPr sz="1989"/>
          </a:p>
          <a:p>
            <a:pPr indent="0" lvl="0" marL="0" rtl="0" algn="l">
              <a:lnSpc>
                <a:spcPct val="140000"/>
              </a:lnSpc>
              <a:spcBef>
                <a:spcPts val="800"/>
              </a:spcBef>
              <a:spcAft>
                <a:spcPts val="0"/>
              </a:spcAft>
              <a:buClr>
                <a:schemeClr val="dk1"/>
              </a:buClr>
              <a:buSzPct val="56410"/>
              <a:buFont typeface="Arial"/>
              <a:buNone/>
            </a:pPr>
            <a:r>
              <a:rPr lang="en" sz="1950">
                <a:solidFill>
                  <a:srgbClr val="1F2937"/>
                </a:solidFill>
                <a:highlight>
                  <a:srgbClr val="FFFBF2"/>
                </a:highlight>
                <a:latin typeface="Roboto"/>
                <a:ea typeface="Roboto"/>
                <a:cs typeface="Roboto"/>
                <a:sym typeface="Roboto"/>
              </a:rPr>
              <a:t>ವಿದ್ಯಾರ್ಥಿ 1: ನಿರೂಪಕ (Narrator)</a:t>
            </a:r>
            <a:endParaRPr sz="1950">
              <a:solidFill>
                <a:srgbClr val="1F2937"/>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Clr>
                <a:schemeClr val="dk1"/>
              </a:buClr>
              <a:buSzPct val="56410"/>
              <a:buFont typeface="Arial"/>
              <a:buNone/>
            </a:pPr>
            <a:r>
              <a:rPr lang="en" sz="1950">
                <a:solidFill>
                  <a:srgbClr val="1F2937"/>
                </a:solidFill>
                <a:highlight>
                  <a:srgbClr val="FFFBF2"/>
                </a:highlight>
                <a:latin typeface="Roboto"/>
                <a:ea typeface="Roboto"/>
                <a:cs typeface="Roboto"/>
                <a:sym typeface="Roboto"/>
              </a:rPr>
              <a:t>ವಿದ್ಯಾರ್ಥಿ 2: ಟಿವಿ ಪತ್ರಕರ್ತ (TV Journalist)</a:t>
            </a:r>
            <a:endParaRPr sz="1950">
              <a:solidFill>
                <a:srgbClr val="1F2937"/>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Clr>
                <a:schemeClr val="dk1"/>
              </a:buClr>
              <a:buSzPct val="56410"/>
              <a:buFont typeface="Arial"/>
              <a:buNone/>
            </a:pPr>
            <a:r>
              <a:rPr lang="en" sz="1950">
                <a:solidFill>
                  <a:srgbClr val="1F2937"/>
                </a:solidFill>
                <a:highlight>
                  <a:srgbClr val="FFFBF2"/>
                </a:highlight>
                <a:latin typeface="Roboto"/>
                <a:ea typeface="Roboto"/>
                <a:cs typeface="Roboto"/>
                <a:sym typeface="Roboto"/>
              </a:rPr>
              <a:t>ವಿದ್ಯಾರ್ಥಿ 3: ಸ್ಥಳೀಯ ನಾಯಕ (Local Leader)</a:t>
            </a:r>
            <a:endParaRPr sz="1950">
              <a:solidFill>
                <a:srgbClr val="1F2937"/>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Clr>
                <a:schemeClr val="dk1"/>
              </a:buClr>
              <a:buSzPct val="56410"/>
              <a:buFont typeface="Arial"/>
              <a:buNone/>
            </a:pPr>
            <a:r>
              <a:rPr lang="en" sz="1950">
                <a:solidFill>
                  <a:srgbClr val="1F2937"/>
                </a:solidFill>
                <a:highlight>
                  <a:srgbClr val="FFFBF2"/>
                </a:highlight>
                <a:latin typeface="Roboto"/>
                <a:ea typeface="Roboto"/>
                <a:cs typeface="Roboto"/>
                <a:sym typeface="Roboto"/>
              </a:rPr>
              <a:t>ವಿದ್ಯಾರ್ಥಿ 4: ನಿವಾಸಿಗಳ ಕ್ಷೇಮಾಭಿವೃದ್ಧಿ ಸಂಘ ಮತ್ತು ಪೋಷಕರು</a:t>
            </a:r>
            <a:endParaRPr sz="1950">
              <a:solidFill>
                <a:srgbClr val="1F2937"/>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Clr>
                <a:schemeClr val="dk1"/>
              </a:buClr>
              <a:buSzPct val="56410"/>
              <a:buFont typeface="Arial"/>
              <a:buNone/>
            </a:pPr>
            <a:r>
              <a:rPr lang="en" sz="1950">
                <a:solidFill>
                  <a:srgbClr val="1F2937"/>
                </a:solidFill>
                <a:highlight>
                  <a:srgbClr val="FFFBF2"/>
                </a:highlight>
                <a:latin typeface="Roboto"/>
                <a:ea typeface="Roboto"/>
                <a:cs typeface="Roboto"/>
                <a:sym typeface="Roboto"/>
              </a:rPr>
              <a:t>ವ</a:t>
            </a:r>
            <a:r>
              <a:rPr lang="en" sz="1950">
                <a:solidFill>
                  <a:srgbClr val="1F2937"/>
                </a:solidFill>
                <a:highlight>
                  <a:srgbClr val="FFFBF2"/>
                </a:highlight>
                <a:latin typeface="Roboto"/>
                <a:ea typeface="Roboto"/>
                <a:cs typeface="Roboto"/>
                <a:sym typeface="Roboto"/>
              </a:rPr>
              <a:t>ಿ</a:t>
            </a:r>
            <a:r>
              <a:rPr lang="en" sz="1950">
                <a:solidFill>
                  <a:srgbClr val="1F2937"/>
                </a:solidFill>
                <a:highlight>
                  <a:srgbClr val="FFFBF2"/>
                </a:highlight>
                <a:latin typeface="Roboto"/>
                <a:ea typeface="Roboto"/>
                <a:cs typeface="Roboto"/>
                <a:sym typeface="Roboto"/>
              </a:rPr>
              <a:t>ದ್ಯಾರ್ಥಿ 5: ಸೋಶಿಯಲ್ ಮೀಡಿಯಾ ಮತ್ತು ವಾಟ್ಸಾಪ್ ಚಾಂಪಿಯನ್ಸ್</a:t>
            </a:r>
            <a:endParaRPr sz="1950">
              <a:solidFill>
                <a:srgbClr val="1F2937"/>
              </a:solidFill>
              <a:highlight>
                <a:srgbClr val="FFFBF2"/>
              </a:highlight>
              <a:latin typeface="Roboto"/>
              <a:ea typeface="Roboto"/>
              <a:cs typeface="Roboto"/>
              <a:sym typeface="Roboto"/>
            </a:endParaRPr>
          </a:p>
          <a:p>
            <a:pPr indent="-228600" lvl="0" marL="266700" rtl="0" algn="l">
              <a:lnSpc>
                <a:spcPct val="115000"/>
              </a:lnSpc>
              <a:spcBef>
                <a:spcPts val="800"/>
              </a:spcBef>
              <a:spcAft>
                <a:spcPts val="0"/>
              </a:spcAft>
              <a:buClr>
                <a:schemeClr val="dk1"/>
              </a:buClr>
              <a:buSzPct val="55000"/>
              <a:buFont typeface="Arial"/>
              <a:buNone/>
            </a:pPr>
            <a:r>
              <a:rPr lang="en" sz="2000"/>
              <a:t>“</a:t>
            </a:r>
            <a:r>
              <a:rPr b="1" lang="en" sz="2100"/>
              <a:t>ಸಾರ್ವಜನಿಕರ</a:t>
            </a:r>
            <a:r>
              <a:rPr lang="en" sz="2100"/>
              <a:t>” ಪಾತ್ರ ಮಾಡಲು ನನಗೆ </a:t>
            </a:r>
            <a:r>
              <a:rPr lang="en" sz="2000"/>
              <a:t>3</a:t>
            </a:r>
            <a:r>
              <a:rPr lang="en" sz="2100"/>
              <a:t> ವಿದ್ಯಾರ್ಥಿಗಳು ಬೇಕು. ನೀವು </a:t>
            </a:r>
            <a:r>
              <a:rPr lang="en" sz="2000"/>
              <a:t>3</a:t>
            </a:r>
            <a:r>
              <a:rPr lang="en" sz="2100"/>
              <a:t> ಜನರು ತರಗತಿಯಿಂದ ಹೊರಗೆ ಹೋಗಬೇಕಾಗುತ್ತದೆ ಮತ್ತು ನಿಮ್ಮ ಸರದಿ ಬಂದಾಗ ನಾನು ನಿಮ್ಮನ್ನು ಕರೆಯುತ್ತೇನೆ.</a:t>
            </a:r>
            <a:endParaRPr sz="2100"/>
          </a:p>
          <a:p>
            <a:pPr indent="0" lvl="0" marL="0" rtl="0" algn="ctr">
              <a:lnSpc>
                <a:spcPct val="115000"/>
              </a:lnSpc>
              <a:spcBef>
                <a:spcPts val="0"/>
              </a:spcBef>
              <a:spcAft>
                <a:spcPts val="0"/>
              </a:spcAft>
              <a:buNone/>
            </a:pPr>
            <a:r>
              <a:t/>
            </a:r>
            <a:endParaRPr/>
          </a:p>
        </p:txBody>
      </p:sp>
      <p:sp>
        <p:nvSpPr>
          <p:cNvPr id="61" name="Google Shape;61;p14"/>
          <p:cNvSpPr txBox="1"/>
          <p:nvPr/>
        </p:nvSpPr>
        <p:spPr>
          <a:xfrm>
            <a:off x="0" y="100875"/>
            <a:ext cx="3569100" cy="6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Slide 3 to be this </a:t>
            </a:r>
            <a:endParaRPr sz="1800">
              <a:solidFill>
                <a:schemeClr val="dk2"/>
              </a:solidFill>
            </a:endParaRPr>
          </a:p>
        </p:txBody>
      </p:sp>
      <p:pic>
        <p:nvPicPr>
          <p:cNvPr id="62" name="Google Shape;62;p14"/>
          <p:cNvPicPr preferRelativeResize="0"/>
          <p:nvPr/>
        </p:nvPicPr>
        <p:blipFill>
          <a:blip r:embed="rId3">
            <a:alphaModFix/>
          </a:blip>
          <a:stretch>
            <a:fillRect/>
          </a:stretch>
        </p:blipFill>
        <p:spPr>
          <a:xfrm>
            <a:off x="5984050" y="961525"/>
            <a:ext cx="3159951" cy="1763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sz="1650">
                <a:solidFill>
                  <a:srgbClr val="1F2937"/>
                </a:solidFill>
                <a:highlight>
                  <a:srgbClr val="FFFBF2"/>
                </a:highlight>
                <a:latin typeface="Roboto"/>
                <a:ea typeface="Roboto"/>
                <a:cs typeface="Roboto"/>
                <a:sym typeface="Roboto"/>
              </a:rPr>
              <a:t>Slide 4 can be removed</a:t>
            </a:r>
            <a:endParaRPr sz="1650">
              <a:solidFill>
                <a:srgbClr val="1F2937"/>
              </a:solidFill>
              <a:highlight>
                <a:srgbClr val="FFFBF2"/>
              </a:highlight>
              <a:latin typeface="Roboto"/>
              <a:ea typeface="Roboto"/>
              <a:cs typeface="Roboto"/>
              <a:sym typeface="Roboto"/>
            </a:endParaRPr>
          </a:p>
          <a:p>
            <a:pPr indent="0" lvl="0" marL="0" rtl="0" algn="l">
              <a:lnSpc>
                <a:spcPct val="115000"/>
              </a:lnSpc>
              <a:spcBef>
                <a:spcPts val="0"/>
              </a:spcBef>
              <a:spcAft>
                <a:spcPts val="0"/>
              </a:spcAft>
              <a:buNone/>
            </a:pPr>
            <a:r>
              <a:rPr lang="en" sz="1650">
                <a:solidFill>
                  <a:srgbClr val="1F2937"/>
                </a:solidFill>
                <a:highlight>
                  <a:srgbClr val="FFFBF2"/>
                </a:highlight>
                <a:latin typeface="Roboto"/>
                <a:ea typeface="Roboto"/>
                <a:cs typeface="Roboto"/>
                <a:sym typeface="Roboto"/>
              </a:rPr>
              <a:t>Slide 5 LOOKS good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sz="1650">
                <a:solidFill>
                  <a:srgbClr val="1F2937"/>
                </a:solidFill>
                <a:highlight>
                  <a:srgbClr val="FFFBF2"/>
                </a:highlight>
                <a:latin typeface="Roboto"/>
                <a:ea typeface="Roboto"/>
                <a:cs typeface="Roboto"/>
                <a:sym typeface="Roboto"/>
              </a:rPr>
              <a:t>Slide 6 Remove these sentences and Make the Alignment correct</a:t>
            </a:r>
            <a:endParaRPr sz="1650">
              <a:solidFill>
                <a:srgbClr val="1F2937"/>
              </a:solidFill>
              <a:highlight>
                <a:srgbClr val="FFFBF2"/>
              </a:highlight>
              <a:latin typeface="Roboto"/>
              <a:ea typeface="Roboto"/>
              <a:cs typeface="Roboto"/>
              <a:sym typeface="Roboto"/>
            </a:endParaRPr>
          </a:p>
          <a:p>
            <a:pPr indent="0" lvl="0" marL="0" rtl="0" algn="l">
              <a:lnSpc>
                <a:spcPct val="115000"/>
              </a:lnSpc>
              <a:spcBef>
                <a:spcPts val="0"/>
              </a:spcBef>
              <a:spcAft>
                <a:spcPts val="0"/>
              </a:spcAft>
              <a:buNone/>
            </a:pPr>
            <a:r>
              <a:t/>
            </a:r>
            <a:endParaRPr sz="2400">
              <a:solidFill>
                <a:srgbClr val="1F2937"/>
              </a:solidFill>
              <a:highlight>
                <a:srgbClr val="FFFBF2"/>
              </a:highlight>
              <a:latin typeface="Roboto"/>
              <a:ea typeface="Roboto"/>
              <a:cs typeface="Roboto"/>
              <a:sym typeface="Roboto"/>
            </a:endParaRPr>
          </a:p>
          <a:p>
            <a:pPr indent="0" lvl="0" marL="0" rtl="0" algn="l">
              <a:lnSpc>
                <a:spcPct val="115000"/>
              </a:lnSpc>
              <a:spcBef>
                <a:spcPts val="0"/>
              </a:spcBef>
              <a:spcAft>
                <a:spcPts val="0"/>
              </a:spcAft>
              <a:buNone/>
            </a:pPr>
            <a:r>
              <a:rPr lang="en" sz="2400">
                <a:solidFill>
                  <a:srgbClr val="1F2937"/>
                </a:solidFill>
                <a:highlight>
                  <a:srgbClr val="FFFBF2"/>
                </a:highlight>
                <a:latin typeface="Roboto"/>
                <a:ea typeface="Roboto"/>
                <a:cs typeface="Roboto"/>
                <a:sym typeface="Roboto"/>
              </a:rPr>
              <a:t>ವಿದ್ಯಾರ್ಥಿ 5, ನಿನ್ನ ಸರದಿಗಾಗಿ ಕಾಯಿ.</a:t>
            </a:r>
            <a:r>
              <a:rPr lang="en" sz="1100"/>
              <a:t> </a:t>
            </a:r>
            <a:endParaRPr sz="1100"/>
          </a:p>
          <a:p>
            <a:pPr indent="0" lvl="0" marL="0" rtl="0" algn="l">
              <a:lnSpc>
                <a:spcPct val="115000"/>
              </a:lnSpc>
              <a:spcBef>
                <a:spcPts val="0"/>
              </a:spcBef>
              <a:spcAft>
                <a:spcPts val="0"/>
              </a:spcAft>
              <a:buNone/>
            </a:pPr>
            <a:r>
              <a:rPr lang="en" sz="2400">
                <a:solidFill>
                  <a:srgbClr val="1F2937"/>
                </a:solidFill>
                <a:highlight>
                  <a:srgbClr val="FFFBF2"/>
                </a:highlight>
                <a:latin typeface="Roboto"/>
                <a:ea typeface="Roboto"/>
                <a:cs typeface="Roboto"/>
                <a:sym typeface="Roboto"/>
              </a:rPr>
              <a:t>ಭಾವನೆಯಿಂದ ಮತ್ತು ಆಸಕ್ತಿಯಿಂದ ಓದಿ!</a:t>
            </a:r>
            <a:r>
              <a:rPr lang="en" sz="1100"/>
              <a:t>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40000"/>
              </a:lnSpc>
              <a:spcBef>
                <a:spcPts val="800"/>
              </a:spcBef>
              <a:spcAft>
                <a:spcPts val="0"/>
              </a:spcAft>
              <a:buNone/>
            </a:pPr>
            <a:r>
              <a:rPr lang="en" sz="1950">
                <a:solidFill>
                  <a:srgbClr val="1F2937"/>
                </a:solidFill>
                <a:highlight>
                  <a:srgbClr val="FFFBF2"/>
                </a:highlight>
                <a:latin typeface="Roboto"/>
                <a:ea typeface="Roboto"/>
                <a:cs typeface="Roboto"/>
                <a:sym typeface="Roboto"/>
              </a:rPr>
              <a:t>Slide - 7 </a:t>
            </a:r>
            <a:r>
              <a:rPr lang="en" sz="1000"/>
              <a:t>·</a:t>
            </a:r>
            <a:r>
              <a:rPr lang="en" sz="700">
                <a:latin typeface="Times New Roman"/>
                <a:ea typeface="Times New Roman"/>
                <a:cs typeface="Times New Roman"/>
                <a:sym typeface="Times New Roman"/>
              </a:rPr>
              <a:t>    </a:t>
            </a:r>
            <a:r>
              <a:rPr lang="en" sz="1800">
                <a:latin typeface="Times New Roman"/>
                <a:ea typeface="Times New Roman"/>
                <a:cs typeface="Times New Roman"/>
                <a:sym typeface="Times New Roman"/>
              </a:rPr>
              <a:t> </a:t>
            </a:r>
            <a:r>
              <a:rPr lang="en" sz="1800">
                <a:solidFill>
                  <a:srgbClr val="1F2937"/>
                </a:solidFill>
                <a:highlight>
                  <a:srgbClr val="FFFBF2"/>
                </a:highlight>
                <a:latin typeface="Roboto"/>
                <a:ea typeface="Roboto"/>
                <a:cs typeface="Roboto"/>
                <a:sym typeface="Roboto"/>
              </a:rPr>
              <a:t>Second point should be this</a:t>
            </a:r>
            <a:endParaRPr sz="1800"/>
          </a:p>
          <a:p>
            <a:pPr indent="0" lvl="0" marL="0" rtl="0" algn="l">
              <a:lnSpc>
                <a:spcPct val="140000"/>
              </a:lnSpc>
              <a:spcBef>
                <a:spcPts val="800"/>
              </a:spcBef>
              <a:spcAft>
                <a:spcPts val="0"/>
              </a:spcAft>
              <a:buNone/>
            </a:pPr>
            <a:r>
              <a:rPr lang="en" sz="2400">
                <a:solidFill>
                  <a:srgbClr val="1F2937"/>
                </a:solidFill>
                <a:highlight>
                  <a:srgbClr val="FFFBF2"/>
                </a:highlight>
                <a:latin typeface="Roboto"/>
                <a:ea typeface="Roboto"/>
                <a:cs typeface="Roboto"/>
                <a:sym typeface="Roboto"/>
              </a:rPr>
              <a:t>ಈಗ </a:t>
            </a:r>
            <a:r>
              <a:rPr lang="en" sz="1800">
                <a:solidFill>
                  <a:srgbClr val="1F2937"/>
                </a:solidFill>
                <a:highlight>
                  <a:srgbClr val="FFFBF2"/>
                </a:highlight>
                <a:latin typeface="Roboto"/>
                <a:ea typeface="Roboto"/>
                <a:cs typeface="Roboto"/>
                <a:sym typeface="Roboto"/>
              </a:rPr>
              <a:t>ವಾಟ್ಸಾಪ್ ಚಾಂಪಿಯನ್ಸ್</a:t>
            </a:r>
            <a:r>
              <a:rPr lang="en" sz="2400">
                <a:solidFill>
                  <a:srgbClr val="1F2937"/>
                </a:solidFill>
                <a:highlight>
                  <a:srgbClr val="FFFBF2"/>
                </a:highlight>
                <a:latin typeface="Roboto"/>
                <a:ea typeface="Roboto"/>
                <a:cs typeface="Roboto"/>
                <a:sym typeface="Roboto"/>
              </a:rPr>
              <a:t> 5 ಕೊನೆಯ ಚೀಟಿಯನ್ನು ಓದುತ್ತಾರೆ ಮತ್ತು ಸಾರ್ವಜನಿಕರು ಜಾಗರೂಕತೆಯಿಂದ ಕೇಳಿಸಿಕೊಳ್ಳಬೇಕು.</a:t>
            </a:r>
            <a:r>
              <a:rPr lang="en" sz="1100"/>
              <a:t> </a:t>
            </a:r>
            <a:endParaRPr sz="1800"/>
          </a:p>
          <a:p>
            <a:pPr indent="0" lvl="0" marL="0" rtl="0" algn="l">
              <a:lnSpc>
                <a:spcPct val="140000"/>
              </a:lnSpc>
              <a:spcBef>
                <a:spcPts val="800"/>
              </a:spcBef>
              <a:spcAft>
                <a:spcPts val="800"/>
              </a:spcAft>
              <a:buClr>
                <a:schemeClr val="dk1"/>
              </a:buClr>
              <a:buSzPts val="1100"/>
              <a:buFont typeface="Arial"/>
              <a:buNone/>
            </a:pPr>
            <a:r>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40000"/>
              </a:lnSpc>
              <a:spcBef>
                <a:spcPts val="800"/>
              </a:spcBef>
              <a:spcAft>
                <a:spcPts val="0"/>
              </a:spcAft>
              <a:buNone/>
            </a:pPr>
            <a:r>
              <a:rPr lang="en" sz="1950">
                <a:solidFill>
                  <a:srgbClr val="1F2937"/>
                </a:solidFill>
                <a:highlight>
                  <a:srgbClr val="FFFBF2"/>
                </a:highlight>
                <a:latin typeface="Roboto"/>
                <a:ea typeface="Roboto"/>
                <a:cs typeface="Roboto"/>
                <a:sym typeface="Roboto"/>
              </a:rPr>
              <a:t>Slide 8 </a:t>
            </a:r>
            <a:r>
              <a:rPr lang="en" sz="1800">
                <a:solidFill>
                  <a:srgbClr val="1F2937"/>
                </a:solidFill>
                <a:highlight>
                  <a:srgbClr val="FFFBF2"/>
                </a:highlight>
                <a:latin typeface="Roboto"/>
                <a:ea typeface="Roboto"/>
                <a:cs typeface="Roboto"/>
                <a:sym typeface="Roboto"/>
              </a:rPr>
              <a:t>ಸಾರ್ವಜನಿಕರು ಉತ್ತರಗಳನ್ನು ನೀಡಬೇಕು:</a:t>
            </a:r>
            <a:r>
              <a:rPr lang="en" sz="1100"/>
              <a:t>  ಈಗ ನೀವು ಕೇಳಿಸಿಕೊಂಡ ವ್ಯಾಟ್ಸ್ ಆಪ್ ಸಂದೇಶದಿಂದ (ಮೆಸೇಜ್) ನೀವು ಏನು ಅರ್ಥ ಮಾಡಿಕೊಂಡಿರಿ. </a:t>
            </a:r>
            <a:endParaRPr sz="1100"/>
          </a:p>
          <a:p>
            <a:pPr indent="0" lvl="0" marL="0" rtl="0" algn="l">
              <a:lnSpc>
                <a:spcPct val="140000"/>
              </a:lnSpc>
              <a:spcBef>
                <a:spcPts val="800"/>
              </a:spcBef>
              <a:spcAft>
                <a:spcPts val="0"/>
              </a:spcAft>
              <a:buNone/>
            </a:pPr>
            <a:r>
              <a:t/>
            </a:r>
            <a:endParaRPr sz="1100"/>
          </a:p>
          <a:p>
            <a:pPr indent="0" lvl="0" marL="0" rtl="0" algn="l">
              <a:lnSpc>
                <a:spcPct val="140000"/>
              </a:lnSpc>
              <a:spcBef>
                <a:spcPts val="800"/>
              </a:spcBef>
              <a:spcAft>
                <a:spcPts val="0"/>
              </a:spcAft>
              <a:buNone/>
            </a:pPr>
            <a:r>
              <a:rPr b="1" lang="en" sz="1100"/>
              <a:t>Rest can be as it is</a:t>
            </a:r>
            <a:endParaRPr b="1" sz="1100"/>
          </a:p>
          <a:p>
            <a:pPr indent="0" lvl="0" marL="0" rtl="0" algn="l">
              <a:lnSpc>
                <a:spcPct val="140000"/>
              </a:lnSpc>
              <a:spcBef>
                <a:spcPts val="800"/>
              </a:spcBef>
              <a:spcAft>
                <a:spcPts val="800"/>
              </a:spcAft>
              <a:buNone/>
            </a:pPr>
            <a:r>
              <a:t/>
            </a:r>
            <a:endParaRPr sz="1950">
              <a:solidFill>
                <a:srgbClr val="1F2937"/>
              </a:solidFill>
              <a:highlight>
                <a:srgbClr val="FFFBF2"/>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40000"/>
              </a:lnSpc>
              <a:spcBef>
                <a:spcPts val="800"/>
              </a:spcBef>
              <a:spcAft>
                <a:spcPts val="800"/>
              </a:spcAft>
              <a:buNone/>
            </a:pPr>
            <a:r>
              <a:rPr lang="en" sz="1950">
                <a:solidFill>
                  <a:srgbClr val="1F2937"/>
                </a:solidFill>
                <a:highlight>
                  <a:srgbClr val="FFFBF2"/>
                </a:highlight>
                <a:latin typeface="Roboto"/>
                <a:ea typeface="Roboto"/>
                <a:cs typeface="Roboto"/>
                <a:sym typeface="Roboto"/>
              </a:rPr>
              <a:t>Slide 9 Looks Good </a:t>
            </a:r>
            <a:endParaRPr sz="1950">
              <a:solidFill>
                <a:srgbClr val="1F2937"/>
              </a:solidFill>
              <a:highlight>
                <a:srgbClr val="FFFBF2"/>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ctr">
              <a:lnSpc>
                <a:spcPct val="120000"/>
              </a:lnSpc>
              <a:spcBef>
                <a:spcPts val="500"/>
              </a:spcBef>
              <a:spcAft>
                <a:spcPts val="0"/>
              </a:spcAft>
              <a:buNone/>
            </a:pPr>
            <a:r>
              <a:rPr b="1" lang="en" sz="3000">
                <a:solidFill>
                  <a:srgbClr val="5A3800"/>
                </a:solidFill>
                <a:highlight>
                  <a:srgbClr val="FFFBF2"/>
                </a:highlight>
                <a:latin typeface="Roboto"/>
                <a:ea typeface="Roboto"/>
                <a:cs typeface="Roboto"/>
                <a:sym typeface="Roboto"/>
              </a:rPr>
              <a:t>ತರಗತಿ ಚರ್ಚೆ</a:t>
            </a:r>
            <a:endParaRPr b="1" sz="3000">
              <a:solidFill>
                <a:srgbClr val="5A3800"/>
              </a:solidFill>
              <a:highlight>
                <a:srgbClr val="FFFBF2"/>
              </a:highlight>
              <a:latin typeface="Roboto"/>
              <a:ea typeface="Roboto"/>
              <a:cs typeface="Roboto"/>
              <a:sym typeface="Roboto"/>
            </a:endParaRPr>
          </a:p>
          <a:p>
            <a:pPr indent="0" lvl="0" marL="0" rtl="0" algn="l">
              <a:lnSpc>
                <a:spcPct val="140000"/>
              </a:lnSpc>
              <a:spcBef>
                <a:spcPts val="800"/>
              </a:spcBef>
              <a:spcAft>
                <a:spcPts val="0"/>
              </a:spcAft>
              <a:buNone/>
            </a:pPr>
            <a:r>
              <a:rPr lang="en" sz="1950">
                <a:solidFill>
                  <a:srgbClr val="1F2937"/>
                </a:solidFill>
                <a:highlight>
                  <a:srgbClr val="FFFBF2"/>
                </a:highlight>
                <a:latin typeface="Roboto"/>
                <a:ea typeface="Roboto"/>
                <a:cs typeface="Roboto"/>
                <a:sym typeface="Roboto"/>
              </a:rPr>
              <a:t>Slide 10 - Questions to come one after the other</a:t>
            </a:r>
            <a:endParaRPr sz="1100"/>
          </a:p>
          <a:p>
            <a:pPr indent="-298450" lvl="0" marL="457200" rtl="0" algn="l">
              <a:lnSpc>
                <a:spcPct val="140000"/>
              </a:lnSpc>
              <a:spcBef>
                <a:spcPts val="800"/>
              </a:spcBef>
              <a:spcAft>
                <a:spcPts val="0"/>
              </a:spcAft>
              <a:buSzPts val="1100"/>
              <a:buAutoNum type="arabicPeriod"/>
            </a:pPr>
            <a:r>
              <a:rPr lang="en" sz="1100"/>
              <a:t>ಈ ಉದಾಹರಣೆಯಲ್ಲಿ ಏನಾಯಿತು?</a:t>
            </a:r>
            <a:endParaRPr sz="1100"/>
          </a:p>
          <a:p>
            <a:pPr indent="-298450" lvl="0" marL="457200" rtl="0" algn="l">
              <a:lnSpc>
                <a:spcPct val="115000"/>
              </a:lnSpc>
              <a:spcBef>
                <a:spcPts val="0"/>
              </a:spcBef>
              <a:spcAft>
                <a:spcPts val="0"/>
              </a:spcAft>
              <a:buSzPts val="1100"/>
              <a:buAutoNum type="arabicPeriod"/>
            </a:pPr>
            <a:r>
              <a:rPr lang="en" sz="1100"/>
              <a:t>ನಿಜವಾದ ಸುದ್ದಿಯು ಹೇಳುವವರ ರೀತಿಗೆ ತಕ್ಕಂತೆ ಏಕೆ ಬದಲಾಯಿತು?</a:t>
            </a:r>
            <a:endParaRPr sz="1100"/>
          </a:p>
          <a:p>
            <a:pPr indent="-298450" lvl="0" marL="457200" rtl="0" algn="l">
              <a:lnSpc>
                <a:spcPct val="115000"/>
              </a:lnSpc>
              <a:spcBef>
                <a:spcPts val="0"/>
              </a:spcBef>
              <a:spcAft>
                <a:spcPts val="0"/>
              </a:spcAft>
              <a:buSzPts val="1100"/>
              <a:buAutoNum type="arabicPeriod"/>
            </a:pPr>
            <a:r>
              <a:rPr lang="en" sz="1100"/>
              <a:t>ತಪ್ಪು ವಾರ್ತೆಯನ್ನು ಅಥವಾ ಸುಳ್ಳು ಸುದ್ದಿಯನ್ನು ಹರಡುವುದರಿಂದ ಆಗುವ ಪರಿಣಾಮಗಳೇನು?</a:t>
            </a:r>
            <a:endParaRPr sz="1100"/>
          </a:p>
          <a:p>
            <a:pPr indent="-298450" lvl="0" marL="457200" rtl="0" algn="l">
              <a:lnSpc>
                <a:spcPct val="115000"/>
              </a:lnSpc>
              <a:spcBef>
                <a:spcPts val="0"/>
              </a:spcBef>
              <a:spcAft>
                <a:spcPts val="0"/>
              </a:spcAft>
              <a:buSzPts val="1100"/>
              <a:buAutoNum type="arabicPeriod"/>
            </a:pPr>
            <a:r>
              <a:rPr lang="en" sz="700">
                <a:latin typeface="Times New Roman"/>
                <a:ea typeface="Times New Roman"/>
                <a:cs typeface="Times New Roman"/>
                <a:sym typeface="Times New Roman"/>
              </a:rPr>
              <a:t> </a:t>
            </a:r>
            <a:r>
              <a:rPr lang="en" sz="1100"/>
              <a:t>ಈಗ ನೀವು ಒಂದು ಸುದ್ದಿಯ ಎಲ್ಲ ರೀತಿಗಳನ್ನು ಕೇಳಿದ್ದೀರಿ – ಅಂತಿಮವಾಗಿ ಯಾವುದು ನಿಜ ಎಂದು ನೀವು ಹೇಗೆ ತೀರ್ಮಾನಿಸಿದಿರಿ?</a:t>
            </a:r>
            <a:endParaRPr sz="1100"/>
          </a:p>
          <a:p>
            <a:pPr indent="-298450" lvl="0" marL="457200" rtl="0" algn="l">
              <a:lnSpc>
                <a:spcPct val="115000"/>
              </a:lnSpc>
              <a:spcBef>
                <a:spcPts val="0"/>
              </a:spcBef>
              <a:spcAft>
                <a:spcPts val="0"/>
              </a:spcAft>
              <a:buSzPts val="1100"/>
              <a:buAutoNum type="arabicPeriod"/>
            </a:pPr>
            <a:r>
              <a:rPr lang="en" sz="1100"/>
              <a:t>ನೀವು ಎಲ್ಲವನ್ನು ಒಂದೇ ಬಾರಿಗೆ ನಂಬಿದಿರೇ?</a:t>
            </a:r>
            <a:endParaRPr sz="1100"/>
          </a:p>
          <a:p>
            <a:pPr indent="-298450" lvl="0" marL="457200" rtl="0" algn="l">
              <a:lnSpc>
                <a:spcPct val="115000"/>
              </a:lnSpc>
              <a:spcBef>
                <a:spcPts val="0"/>
              </a:spcBef>
              <a:spcAft>
                <a:spcPts val="0"/>
              </a:spcAft>
              <a:buSzPts val="1100"/>
              <a:buAutoNum type="arabicPeriod"/>
            </a:pPr>
            <a:r>
              <a:rPr lang="en" sz="1100"/>
              <a:t>ನೀವು ನಿಲ್ಲಿಸಿ, ಆಲೋಚಿಸಿದಿರೇ?</a:t>
            </a:r>
            <a:endParaRPr sz="1100"/>
          </a:p>
          <a:p>
            <a:pPr indent="-298450" lvl="0" marL="457200" rtl="0" algn="l">
              <a:lnSpc>
                <a:spcPct val="115000"/>
              </a:lnSpc>
              <a:spcBef>
                <a:spcPts val="0"/>
              </a:spcBef>
              <a:spcAft>
                <a:spcPts val="0"/>
              </a:spcAft>
              <a:buSzPts val="1100"/>
              <a:buAutoNum type="arabicPeriod"/>
            </a:pPr>
            <a:r>
              <a:rPr lang="en" sz="1100"/>
              <a:t>ನೀವು ಪ್ರಶ್ನೆಗಳನ್ನು ಕೇಳಿದಿರೇ ಅಥವ ಬೇರೆ ಬೇರೆ ಜನರು ಹೇಳಿದ್ದನ್ನು ಹೋಲಿಸಿ ನೋಡಿದಿರೇ?</a:t>
            </a:r>
            <a:endParaRPr sz="1100"/>
          </a:p>
          <a:p>
            <a:pPr indent="0" lvl="0" marL="0" rtl="0" algn="l">
              <a:lnSpc>
                <a:spcPct val="140000"/>
              </a:lnSpc>
              <a:spcBef>
                <a:spcPts val="800"/>
              </a:spcBef>
              <a:spcAft>
                <a:spcPts val="80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1"/>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40000"/>
              </a:lnSpc>
              <a:spcBef>
                <a:spcPts val="800"/>
              </a:spcBef>
              <a:spcAft>
                <a:spcPts val="0"/>
              </a:spcAft>
              <a:buNone/>
            </a:pPr>
            <a:r>
              <a:rPr b="1" lang="en" sz="1050" u="sng">
                <a:solidFill>
                  <a:srgbClr val="1F2937"/>
                </a:solidFill>
                <a:highlight>
                  <a:srgbClr val="FFFFFF"/>
                </a:highlight>
                <a:latin typeface="Roboto"/>
                <a:ea typeface="Roboto"/>
                <a:cs typeface="Roboto"/>
                <a:sym typeface="Roboto"/>
              </a:rPr>
              <a:t>Slide 11</a:t>
            </a:r>
            <a:endParaRPr b="1" sz="1050" u="sng">
              <a:solidFill>
                <a:srgbClr val="1F2937"/>
              </a:solidFill>
              <a:highlight>
                <a:srgbClr val="FFFFFF"/>
              </a:highlight>
              <a:latin typeface="Roboto"/>
              <a:ea typeface="Roboto"/>
              <a:cs typeface="Roboto"/>
              <a:sym typeface="Roboto"/>
            </a:endParaRPr>
          </a:p>
          <a:p>
            <a:pPr indent="0" lvl="0" marL="0" rtl="0" algn="l">
              <a:lnSpc>
                <a:spcPct val="140000"/>
              </a:lnSpc>
              <a:spcBef>
                <a:spcPts val="800"/>
              </a:spcBef>
              <a:spcAft>
                <a:spcPts val="0"/>
              </a:spcAft>
              <a:buNone/>
            </a:pPr>
            <a:r>
              <a:rPr lang="en" sz="1050">
                <a:solidFill>
                  <a:srgbClr val="1F2937"/>
                </a:solidFill>
                <a:highlight>
                  <a:srgbClr val="FFFFFF"/>
                </a:highlight>
                <a:latin typeface="Roboto"/>
                <a:ea typeface="Roboto"/>
                <a:cs typeface="Roboto"/>
                <a:sym typeface="Roboto"/>
              </a:rPr>
              <a:t>Use this For Asset - MC to ask the below question</a:t>
            </a:r>
            <a:endParaRPr sz="1050">
              <a:solidFill>
                <a:srgbClr val="1F2937"/>
              </a:solidFill>
              <a:highlight>
                <a:srgbClr val="FFFFFF"/>
              </a:highlight>
              <a:latin typeface="Roboto"/>
              <a:ea typeface="Roboto"/>
              <a:cs typeface="Roboto"/>
              <a:sym typeface="Roboto"/>
            </a:endParaRPr>
          </a:p>
          <a:p>
            <a:pPr indent="0" lvl="0" marL="0" rtl="0" algn="l">
              <a:lnSpc>
                <a:spcPct val="140000"/>
              </a:lnSpc>
              <a:spcBef>
                <a:spcPts val="800"/>
              </a:spcBef>
              <a:spcAft>
                <a:spcPts val="0"/>
              </a:spcAft>
              <a:buNone/>
            </a:pPr>
            <a:r>
              <a:t/>
            </a:r>
            <a:endParaRPr sz="1100"/>
          </a:p>
          <a:p>
            <a:pPr indent="0" lvl="0" marL="0" rtl="0" algn="l">
              <a:lnSpc>
                <a:spcPct val="115000"/>
              </a:lnSpc>
              <a:spcBef>
                <a:spcPts val="1200"/>
              </a:spcBef>
              <a:spcAft>
                <a:spcPts val="0"/>
              </a:spcAft>
              <a:buNone/>
            </a:pPr>
            <a:r>
              <a:rPr lang="en" sz="1100"/>
              <a:t>ನಾವು </a:t>
            </a:r>
            <a:r>
              <a:rPr b="1" lang="en" sz="1100"/>
              <a:t>ಪ್ರಶ್ನೆಗಳನ್ನು ಕೇಳುವಾಗ, ಸತ್ಯವನ್ನು ಪರಿಶೀಲಿಸುವಾಗ, ಮತ್ತು ಯಾವುದನ್ನಾದರೂ ನಂಬುವ ಅಥವಾ ಹಂಚಿಕೊಳ್ಳುವ ಮುನ್ನ ಯೋಚಿಸುವಾಗ</a:t>
            </a:r>
            <a:r>
              <a:rPr lang="en" sz="1100"/>
              <a:t>, ನಾವು ಒಂದು ಮುಖ್ಯವಾದ ಕೌಶಲ್ಯವನ್ನು ಬಳಸುತ್ತೇವೆ.</a:t>
            </a:r>
            <a:endParaRPr sz="1100"/>
          </a:p>
          <a:p>
            <a:pPr indent="0" lvl="0" marL="0" rtl="0" algn="l">
              <a:lnSpc>
                <a:spcPct val="115000"/>
              </a:lnSpc>
              <a:spcBef>
                <a:spcPts val="1200"/>
              </a:spcBef>
              <a:spcAft>
                <a:spcPts val="0"/>
              </a:spcAft>
              <a:buNone/>
            </a:pPr>
            <a:r>
              <a:rPr b="1" lang="en" sz="1100"/>
              <a:t>ಅದು ಯಾವ ಕೌಶಲ್ಯ ಎಂದು ನೀವು ಊಹಿಸಬಲ್ಲಿರಾ?</a:t>
            </a:r>
            <a:endParaRPr b="1" sz="1100"/>
          </a:p>
          <a:p>
            <a:pPr indent="0" lvl="0" marL="0" rtl="0" algn="l">
              <a:lnSpc>
                <a:spcPct val="140000"/>
              </a:lnSpc>
              <a:spcBef>
                <a:spcPts val="1200"/>
              </a:spcBef>
              <a:spcAft>
                <a:spcPts val="800"/>
              </a:spcAft>
              <a:buNone/>
            </a:pPr>
            <a:r>
              <a:t/>
            </a:r>
            <a:endParaRPr b="1" sz="3000">
              <a:solidFill>
                <a:srgbClr val="5A3800"/>
              </a:solidFill>
              <a:highlight>
                <a:srgbClr val="FFFBF2"/>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ctrTitle"/>
          </p:nvPr>
        </p:nvSpPr>
        <p:spPr>
          <a:xfrm>
            <a:off x="659200" y="352800"/>
            <a:ext cx="8334600" cy="4302000"/>
          </a:xfrm>
          <a:prstGeom prst="rect">
            <a:avLst/>
          </a:prstGeom>
        </p:spPr>
        <p:txBody>
          <a:bodyPr anchorCtr="0" anchor="ctr" bIns="91425" lIns="91425" spcFirstLastPara="1" rIns="91425" wrap="square" tIns="91425">
            <a:normAutofit/>
          </a:bodyPr>
          <a:lstStyle/>
          <a:p>
            <a:pPr indent="0" lvl="0" marL="0" rtl="0" algn="l">
              <a:lnSpc>
                <a:spcPct val="140000"/>
              </a:lnSpc>
              <a:spcBef>
                <a:spcPts val="800"/>
              </a:spcBef>
              <a:spcAft>
                <a:spcPts val="0"/>
              </a:spcAft>
              <a:buNone/>
            </a:pPr>
            <a:r>
              <a:rPr b="1" lang="en" sz="1050" u="sng">
                <a:solidFill>
                  <a:srgbClr val="1F2937"/>
                </a:solidFill>
                <a:highlight>
                  <a:srgbClr val="FFFFFF"/>
                </a:highlight>
                <a:latin typeface="Roboto"/>
                <a:ea typeface="Roboto"/>
                <a:cs typeface="Roboto"/>
                <a:sym typeface="Roboto"/>
              </a:rPr>
              <a:t>Slide 12 </a:t>
            </a:r>
            <a:endParaRPr b="1" sz="1050" u="sng">
              <a:solidFill>
                <a:srgbClr val="1F2937"/>
              </a:solidFill>
              <a:highlight>
                <a:srgbClr val="FFFFFF"/>
              </a:highlight>
              <a:latin typeface="Roboto"/>
              <a:ea typeface="Roboto"/>
              <a:cs typeface="Roboto"/>
              <a:sym typeface="Roboto"/>
            </a:endParaRPr>
          </a:p>
          <a:p>
            <a:pPr indent="0" lvl="0" marL="0" rtl="0" algn="l">
              <a:lnSpc>
                <a:spcPct val="140000"/>
              </a:lnSpc>
              <a:spcBef>
                <a:spcPts val="800"/>
              </a:spcBef>
              <a:spcAft>
                <a:spcPts val="0"/>
              </a:spcAft>
              <a:buNone/>
            </a:pPr>
            <a:r>
              <a:rPr b="1" lang="en" sz="1050" u="sng">
                <a:solidFill>
                  <a:srgbClr val="1F2937"/>
                </a:solidFill>
                <a:highlight>
                  <a:srgbClr val="FFFFFF"/>
                </a:highlight>
                <a:latin typeface="Roboto"/>
                <a:ea typeface="Roboto"/>
                <a:cs typeface="Roboto"/>
                <a:sym typeface="Roboto"/>
              </a:rPr>
              <a:t>Remove the title :</a:t>
            </a:r>
            <a:r>
              <a:rPr b="1" lang="en" sz="900">
                <a:solidFill>
                  <a:srgbClr val="F39C1F"/>
                </a:solidFill>
                <a:highlight>
                  <a:srgbClr val="FFFBF2"/>
                </a:highlight>
                <a:latin typeface="Roboto"/>
                <a:ea typeface="Roboto"/>
                <a:cs typeface="Roboto"/>
                <a:sym typeface="Roboto"/>
              </a:rPr>
              <a:t>ವೈಜ್ಞಾನಿಕ ಮನೋಭಾವ ಮತ್ತು 4Ws</a:t>
            </a:r>
            <a:r>
              <a:rPr lang="en" sz="1100"/>
              <a:t> </a:t>
            </a:r>
            <a:endParaRPr b="1" sz="1050" u="sng">
              <a:solidFill>
                <a:srgbClr val="1F2937"/>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b="1" lang="en" sz="1100"/>
              <a:t>Reveal the Answer ವೈಜ್ಞಾನಿಕ ಮನೋಭಾವನೆ!</a:t>
            </a:r>
            <a:endParaRPr b="1" sz="1100"/>
          </a:p>
          <a:p>
            <a:pPr indent="-298450" lvl="0" marL="457200" rtl="0" algn="l">
              <a:lnSpc>
                <a:spcPct val="115000"/>
              </a:lnSpc>
              <a:spcBef>
                <a:spcPts val="1200"/>
              </a:spcBef>
              <a:spcAft>
                <a:spcPts val="0"/>
              </a:spcAft>
              <a:buSzPts val="1100"/>
              <a:buChar char="●"/>
            </a:pPr>
            <a:r>
              <a:rPr lang="en" sz="1100"/>
              <a:t>ಪುರಾವೆಗಳನ್ನು ಕೇಳುವುದು </a:t>
            </a:r>
            <a:endParaRPr sz="1100"/>
          </a:p>
          <a:p>
            <a:pPr indent="-298450" lvl="0" marL="457200" rtl="0" algn="l">
              <a:lnSpc>
                <a:spcPct val="115000"/>
              </a:lnSpc>
              <a:spcBef>
                <a:spcPts val="0"/>
              </a:spcBef>
              <a:spcAft>
                <a:spcPts val="0"/>
              </a:spcAft>
              <a:buSzPts val="1100"/>
              <a:buChar char="●"/>
            </a:pPr>
            <a:r>
              <a:rPr lang="en" sz="1100"/>
              <a:t>ಶಾಂತವಾಗಿ ಯೋಚಿಸುವುದು</a:t>
            </a:r>
            <a:endParaRPr sz="1100"/>
          </a:p>
          <a:p>
            <a:pPr indent="-298450" lvl="0" marL="457200" rtl="0" algn="l">
              <a:lnSpc>
                <a:spcPct val="115000"/>
              </a:lnSpc>
              <a:spcBef>
                <a:spcPts val="0"/>
              </a:spcBef>
              <a:spcAft>
                <a:spcPts val="0"/>
              </a:spcAft>
              <a:buSzPts val="1100"/>
              <a:buChar char="●"/>
            </a:pPr>
            <a:r>
              <a:rPr lang="en" sz="1100"/>
              <a:t>ಸತ್ಯವನ್ನು ಪರಿಶೀಲಿಸಲು ಮುಕ್ತವಾಗಿರುವುದು</a:t>
            </a:r>
            <a:endParaRPr sz="1100"/>
          </a:p>
          <a:p>
            <a:pPr indent="-298450" lvl="0" marL="457200" rtl="0" algn="l">
              <a:lnSpc>
                <a:spcPct val="115000"/>
              </a:lnSpc>
              <a:spcBef>
                <a:spcPts val="0"/>
              </a:spcBef>
              <a:spcAft>
                <a:spcPts val="0"/>
              </a:spcAft>
              <a:buSzPts val="1100"/>
              <a:buChar char="●"/>
            </a:pPr>
            <a:r>
              <a:rPr lang="en" sz="1100"/>
              <a:t>ಕೇವಲ ಭಾವನೆಗಳ ಆಧಾರದಲ್ಲಿ ನಿರ್ಧರಿಸದಿರುವುದು</a:t>
            </a:r>
            <a:endParaRPr sz="1100"/>
          </a:p>
          <a:p>
            <a:pPr indent="0" lvl="0" marL="0" rtl="0" algn="l">
              <a:lnSpc>
                <a:spcPct val="115000"/>
              </a:lnSpc>
              <a:spcBef>
                <a:spcPts val="1200"/>
              </a:spcBef>
              <a:spcAft>
                <a:spcPts val="0"/>
              </a:spcAft>
              <a:buNone/>
            </a:pPr>
            <a:r>
              <a:rPr b="1" lang="en" sz="1100"/>
              <a:t>ಇದು ನಮ್ಮನ್ನು ಸುಳ್ಳುಸುದ್ದಿ ಮತ್ತು ನಕಲಿ ಮಾಹಿತಿಯಿಂದ ರಕ್ಷಿಸಿ,</a:t>
            </a:r>
            <a:br>
              <a:rPr b="1" lang="en" sz="1100"/>
            </a:br>
            <a:r>
              <a:rPr b="1" lang="en" sz="1100"/>
              <a:t>ಜಾಗರೂಕ, ಜಾಗೃತ ಮತ್ತು ಮಾಹಿತಿಯುಳ್ಳ ನಾಗರಿಕರಾಗಲು ಸಹಾಯ ಮಾಡುತ್ತದೆ.</a:t>
            </a:r>
            <a:endParaRPr b="1" sz="1100"/>
          </a:p>
          <a:p>
            <a:pPr indent="0" lvl="0" marL="0" rtl="0" algn="l">
              <a:lnSpc>
                <a:spcPct val="115000"/>
              </a:lnSpc>
              <a:spcBef>
                <a:spcPts val="1200"/>
              </a:spcBef>
              <a:spcAft>
                <a:spcPts val="0"/>
              </a:spcAft>
              <a:buNone/>
            </a:pPr>
            <a:r>
              <a:rPr b="1" lang="en" sz="1100"/>
              <a:t>ವೈಜ್ಞಾನಿಕ ಮನೋಭಾವನೆ = ಪತ್ತೇದಾರಿಯಂತೆ ಯೋಚಿಸುವುದು!</a:t>
            </a:r>
            <a:endParaRPr b="1" sz="1100"/>
          </a:p>
          <a:p>
            <a:pPr indent="0" lvl="0" marL="0" rtl="0" algn="l">
              <a:lnSpc>
                <a:spcPct val="115000"/>
              </a:lnSpc>
              <a:spcBef>
                <a:spcPts val="1200"/>
              </a:spcBef>
              <a:spcAft>
                <a:spcPts val="0"/>
              </a:spcAft>
              <a:buNone/>
            </a:pPr>
            <a:r>
              <a:t/>
            </a:r>
            <a:endParaRPr sz="1050">
              <a:solidFill>
                <a:srgbClr val="1F2937"/>
              </a:solidFill>
              <a:highlight>
                <a:srgbClr val="FFFFFF"/>
              </a:highlight>
              <a:latin typeface="Roboto"/>
              <a:ea typeface="Roboto"/>
              <a:cs typeface="Roboto"/>
              <a:sym typeface="Roboto"/>
            </a:endParaRPr>
          </a:p>
          <a:p>
            <a:pPr indent="0" lvl="0" marL="0" rtl="0" algn="l">
              <a:lnSpc>
                <a:spcPct val="140000"/>
              </a:lnSpc>
              <a:spcBef>
                <a:spcPts val="1200"/>
              </a:spcBef>
              <a:spcAft>
                <a:spcPts val="800"/>
              </a:spcAft>
              <a:buNone/>
            </a:pPr>
            <a:r>
              <a:t/>
            </a:r>
            <a:endParaRPr b="1" sz="3000">
              <a:solidFill>
                <a:srgbClr val="5A3800"/>
              </a:solidFill>
              <a:highlight>
                <a:srgbClr val="FFFBF2"/>
              </a:highlight>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ctrTitle"/>
          </p:nvPr>
        </p:nvSpPr>
        <p:spPr>
          <a:xfrm>
            <a:off x="239325" y="562750"/>
            <a:ext cx="8208600" cy="4092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Slide 13 ಯಾವುದೇ ಮಾಹಿತಿ ನಂಬುವ ಅಥವಾ ಹಂಚಿಕೊಳ್ಳುವ ಮೊದಲು — 4 ಡಬ್ಲ್ಯೂಗಳನ್ನು ಕೇಳಿ!</a:t>
            </a:r>
            <a:endParaRPr sz="1800"/>
          </a:p>
          <a:p>
            <a:pPr indent="0" lvl="0" marL="0" rtl="0" algn="l">
              <a:lnSpc>
                <a:spcPct val="115000"/>
              </a:lnSpc>
              <a:spcBef>
                <a:spcPts val="2400"/>
              </a:spcBef>
              <a:spcAft>
                <a:spcPts val="0"/>
              </a:spcAft>
              <a:buNone/>
            </a:pPr>
            <a:r>
              <a:rPr b="1" lang="en" sz="2300"/>
              <a:t>4W ಪರೀಕ್ಷೆ — Sequential Interaction</a:t>
            </a:r>
            <a:endParaRPr b="1" sz="1100"/>
          </a:p>
          <a:p>
            <a:pPr indent="0" lvl="0" marL="0" rtl="0" algn="l">
              <a:lnSpc>
                <a:spcPct val="115000"/>
              </a:lnSpc>
              <a:spcBef>
                <a:spcPts val="1200"/>
              </a:spcBef>
              <a:spcAft>
                <a:spcPts val="0"/>
              </a:spcAft>
              <a:buNone/>
            </a:pPr>
            <a:r>
              <a:rPr b="1" lang="en" sz="1100"/>
              <a:t>① WHO? — ಯಾರು?</a:t>
            </a:r>
            <a:br>
              <a:rPr b="1" lang="en" sz="1100"/>
            </a:br>
            <a:r>
              <a:rPr lang="en" sz="1100"/>
              <a:t>ಬೇರೆ ರಾಜ್ಯದ ವ್ಯಕ್ತಿಯ ಬಗ್ಗೆ ವಿಷಯವನ್ನು </a:t>
            </a:r>
            <a:r>
              <a:rPr b="1" lang="en" sz="1100"/>
              <a:t>ಯಾರು ಹೇಳುತ್ತಿದ್ದಾರೆ?</a:t>
            </a:r>
            <a:br>
              <a:rPr b="1" lang="en" sz="1100"/>
            </a:br>
            <a:r>
              <a:rPr b="1" lang="en" sz="1100"/>
              <a:t>Click options:</a:t>
            </a:r>
            <a:r>
              <a:rPr lang="en" sz="1100"/>
              <a:t> ಸುದ್ದಿ ವಾಹಿನಿಗಳು | ನ್ಯೂಸ್ ಚಾನೆಲ್‌ಗಳು | ಕಾರ್ಯದರ್ಶಿ | ಇತರೆ</a:t>
            </a:r>
            <a:endParaRPr sz="1100"/>
          </a:p>
          <a:p>
            <a:pPr indent="0" lvl="0" marL="0" rtl="0" algn="l">
              <a:lnSpc>
                <a:spcPct val="115000"/>
              </a:lnSpc>
              <a:spcBef>
                <a:spcPts val="1200"/>
              </a:spcBef>
              <a:spcAft>
                <a:spcPts val="0"/>
              </a:spcAft>
              <a:buNone/>
            </a:pPr>
            <a:r>
              <a:rPr lang="en" sz="1100"/>
              <a:t>↓ </a:t>
            </a:r>
            <a:r>
              <a:rPr b="1" lang="en" sz="1100"/>
              <a:t>Click / Continue</a:t>
            </a:r>
            <a:endParaRPr b="1" sz="1100"/>
          </a:p>
          <a:p>
            <a:pPr indent="0" lvl="0" marL="0" rtl="0" algn="l">
              <a:lnSpc>
                <a:spcPct val="115000"/>
              </a:lnSpc>
              <a:spcBef>
                <a:spcPts val="1200"/>
              </a:spcBef>
              <a:spcAft>
                <a:spcPts val="0"/>
              </a:spcAft>
              <a:buNone/>
            </a:pPr>
            <a:r>
              <a:rPr b="1" lang="en" sz="1100"/>
              <a:t>② WHERE? — ಎಲ್ಲಿ?</a:t>
            </a:r>
            <a:br>
              <a:rPr b="1" lang="en" sz="1100"/>
            </a:br>
            <a:r>
              <a:rPr lang="en" sz="1100"/>
              <a:t>ನಾನು ಎಲ್ಲಿ ಈ ಮಾಹಿತಿಯ ಬಗ್ಗೆ </a:t>
            </a:r>
            <a:r>
              <a:rPr b="1" lang="en" sz="1100"/>
              <a:t>ಮರು ಪರಿಶೀಲನೆ ಮಾಡಬಹುದು?</a:t>
            </a:r>
            <a:br>
              <a:rPr b="1" lang="en" sz="1100"/>
            </a:br>
            <a:r>
              <a:rPr b="1" lang="en" sz="1100"/>
              <a:t>Click options:</a:t>
            </a:r>
            <a:r>
              <a:rPr lang="en" sz="1100"/>
              <a:t> ಅಂತರ್ಜಾಲ | ವಿವಿಧ ಸುದ್ದಿ ವಾಹಿನಿಗಳು | ದಿನಪತ್ರಿಕೆಗಳು | ಸರ್ಕಾರದ ತಾಣಗಳು</a:t>
            </a:r>
            <a:endParaRPr sz="1100"/>
          </a:p>
          <a:p>
            <a:pPr indent="0" lvl="0" marL="0" rtl="0" algn="l">
              <a:lnSpc>
                <a:spcPct val="115000"/>
              </a:lnSpc>
              <a:spcBef>
                <a:spcPts val="1200"/>
              </a:spcBef>
              <a:spcAft>
                <a:spcPts val="0"/>
              </a:spcAft>
              <a:buNone/>
            </a:pPr>
            <a:r>
              <a:rPr lang="en" sz="1100"/>
              <a:t>↓ </a:t>
            </a:r>
            <a:r>
              <a:rPr b="1" lang="en" sz="1100"/>
              <a:t>Click / Continue</a:t>
            </a:r>
            <a:endParaRPr b="1" sz="1100"/>
          </a:p>
          <a:p>
            <a:pPr indent="0" lvl="0" marL="0" rtl="0" algn="l">
              <a:lnSpc>
                <a:spcPct val="115000"/>
              </a:lnSpc>
              <a:spcBef>
                <a:spcPts val="1200"/>
              </a:spcBef>
              <a:spcAft>
                <a:spcPts val="0"/>
              </a:spcAft>
              <a:buNone/>
            </a:pPr>
            <a:r>
              <a:rPr b="1" lang="en" sz="1100"/>
              <a:t>③ WHAT DO I THINK? — ನನ್ನ ದೃಷ್ಟಿಕೋನ ಏನು?</a:t>
            </a:r>
            <a:br>
              <a:rPr b="1" lang="en" sz="1100"/>
            </a:br>
            <a:r>
              <a:rPr lang="en" sz="1100"/>
              <a:t>ಈ ವಿಷಯದ ಬಗ್ಗೆ ನನಗೆ ಮೊದಲಿನಿಂದಲೂ ಏನು ಅನ್ನಿಸುತ್ತಿತ್ತು?</a:t>
            </a:r>
            <a:br>
              <a:rPr lang="en" sz="1100"/>
            </a:br>
            <a:r>
              <a:rPr b="1" lang="en" sz="1100"/>
              <a:t>Reflection:</a:t>
            </a:r>
            <a:r>
              <a:rPr lang="en" sz="1100"/>
              <a:t> “ಹೊರಗಿನವರು ಯಾವಾಗಲೂ ತಂಟೆಕೋರರು” ಎಂಬ ವೈಯಕ್ತಿಕ ಭಾವನೆಯಿಂದಲೇ ನಾನು ಈ ವರದಿಯನ್ನು ಒಪ್ಪಿಕೊಂಡೆನೇ?</a:t>
            </a:r>
            <a:endParaRPr sz="1100"/>
          </a:p>
          <a:p>
            <a:pPr indent="0" lvl="0" marL="0" rtl="0" algn="l">
              <a:lnSpc>
                <a:spcPct val="115000"/>
              </a:lnSpc>
              <a:spcBef>
                <a:spcPts val="1200"/>
              </a:spcBef>
              <a:spcAft>
                <a:spcPts val="0"/>
              </a:spcAft>
              <a:buNone/>
            </a:pPr>
            <a:r>
              <a:rPr lang="en" sz="1100"/>
              <a:t>↓ </a:t>
            </a:r>
            <a:r>
              <a:rPr b="1" lang="en" sz="1100"/>
              <a:t>Click / Continue</a:t>
            </a:r>
            <a:endParaRPr b="1" sz="1100"/>
          </a:p>
          <a:p>
            <a:pPr indent="0" lvl="0" marL="0" rtl="0" algn="l">
              <a:lnSpc>
                <a:spcPct val="115000"/>
              </a:lnSpc>
              <a:spcBef>
                <a:spcPts val="1200"/>
              </a:spcBef>
              <a:spcAft>
                <a:spcPts val="0"/>
              </a:spcAft>
              <a:buNone/>
            </a:pPr>
            <a:r>
              <a:rPr b="1" lang="en" sz="1100"/>
              <a:t>④ WILL I CHANGE? — ನಾನು ಬದಲಾಯಿಸಿಕೊಳ್ಳುವೆನೇ?</a:t>
            </a:r>
            <a:br>
              <a:rPr b="1" lang="en" sz="1100"/>
            </a:br>
            <a:r>
              <a:rPr lang="en" sz="1100"/>
              <a:t>ಹೊಸ ಪುರಾವೆಗಳ ಆಧಾರದ ಮೇಲೆ, ನಾನು ಹಿಂದೆ ಇಟ್ಟುಕೊಂಡಿದ್ದ </a:t>
            </a:r>
            <a:r>
              <a:rPr b="1" lang="en" sz="1100"/>
              <a:t>ದೃಷ್ಟಿಕೋನವನ್ನು ಬದಲಾಯಿಸಿಕೊಳ್ಳಲು ಸಿದ್ಧನಿದ್ದೇನೆಯೇ?</a:t>
            </a:r>
            <a:endParaRPr b="1" sz="1100"/>
          </a:p>
          <a:p>
            <a:pPr indent="0" lvl="0" marL="0" rtl="0" algn="l">
              <a:lnSpc>
                <a:spcPct val="115000"/>
              </a:lnSpc>
              <a:spcBef>
                <a:spcPts val="1200"/>
              </a:spcBef>
              <a:spcAft>
                <a:spcPts val="0"/>
              </a:spcAft>
              <a:buNone/>
            </a:pPr>
            <a:r>
              <a:t/>
            </a:r>
            <a:endParaRPr b="1" sz="1100"/>
          </a:p>
          <a:p>
            <a:pPr indent="-177800" lvl="0" marL="546100" rtl="0" algn="l">
              <a:lnSpc>
                <a:spcPct val="115000"/>
              </a:lnSpc>
              <a:spcBef>
                <a:spcPts val="1200"/>
              </a:spcBef>
              <a:spcAft>
                <a:spcPts val="0"/>
              </a:spcAft>
              <a:buNone/>
            </a:pPr>
            <a:r>
              <a:t/>
            </a:r>
            <a:endParaRPr b="1" sz="1300"/>
          </a:p>
          <a:p>
            <a:pPr indent="0" lvl="0" marL="0" rtl="0" algn="l">
              <a:lnSpc>
                <a:spcPct val="115000"/>
              </a:lnSpc>
              <a:spcBef>
                <a:spcPts val="1200"/>
              </a:spcBef>
              <a:spcAft>
                <a:spcPts val="0"/>
              </a:spcAft>
              <a:buClr>
                <a:schemeClr val="dk1"/>
              </a:buClr>
              <a:buSzPct val="100000"/>
              <a:buFont typeface="Arial"/>
              <a:buNone/>
            </a:pPr>
            <a:r>
              <a:t/>
            </a:r>
            <a:endParaRPr b="1" sz="1100"/>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pic>
        <p:nvPicPr>
          <p:cNvPr id="108" name="Google Shape;108;p23"/>
          <p:cNvPicPr preferRelativeResize="0"/>
          <p:nvPr/>
        </p:nvPicPr>
        <p:blipFill>
          <a:blip r:embed="rId3">
            <a:alphaModFix/>
          </a:blip>
          <a:stretch>
            <a:fillRect/>
          </a:stretch>
        </p:blipFill>
        <p:spPr>
          <a:xfrm>
            <a:off x="6523050" y="781667"/>
            <a:ext cx="2620949" cy="19657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ctrTitle"/>
          </p:nvPr>
        </p:nvSpPr>
        <p:spPr>
          <a:xfrm>
            <a:off x="239325" y="562750"/>
            <a:ext cx="8208600" cy="40923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2400"/>
              </a:spcBef>
              <a:spcAft>
                <a:spcPts val="0"/>
              </a:spcAft>
              <a:buNone/>
            </a:pPr>
            <a:r>
              <a:rPr b="1" lang="en" sz="2300"/>
              <a:t>Slide 14</a:t>
            </a:r>
            <a:endParaRPr b="1" sz="2300"/>
          </a:p>
          <a:p>
            <a:pPr indent="0" lvl="0" marL="0" rtl="0" algn="l">
              <a:lnSpc>
                <a:spcPct val="115000"/>
              </a:lnSpc>
              <a:spcBef>
                <a:spcPts val="2400"/>
              </a:spcBef>
              <a:spcAft>
                <a:spcPts val="0"/>
              </a:spcAft>
              <a:buClr>
                <a:schemeClr val="dk1"/>
              </a:buClr>
              <a:buSzPct val="47826"/>
              <a:buFont typeface="Arial"/>
              <a:buNone/>
            </a:pPr>
            <a:r>
              <a:rPr b="1" lang="en" sz="2300"/>
              <a:t>4Ws ಎಂದರೆ ಏನು?</a:t>
            </a:r>
            <a:endParaRPr b="1" sz="2300"/>
          </a:p>
          <a:p>
            <a:pPr indent="0" lvl="0" marL="0" rtl="0" algn="l">
              <a:lnSpc>
                <a:spcPct val="115000"/>
              </a:lnSpc>
              <a:spcBef>
                <a:spcPts val="1200"/>
              </a:spcBef>
              <a:spcAft>
                <a:spcPts val="0"/>
              </a:spcAft>
              <a:buClr>
                <a:schemeClr val="dk1"/>
              </a:buClr>
              <a:buSzPct val="100000"/>
              <a:buFont typeface="Arial"/>
              <a:buNone/>
            </a:pPr>
            <a:r>
              <a:rPr lang="en" sz="1100"/>
              <a:t>ನಿಮಗೆ ಬಂದಿರುವ </a:t>
            </a:r>
            <a:r>
              <a:rPr b="1" lang="en" sz="1100"/>
              <a:t>ಸುದ್ದಿ ಅಥವಾ ಮಾಹಿತಿ ಸರಿಯೇ? ತಪ್ಪೇ?</a:t>
            </a:r>
            <a:r>
              <a:rPr lang="en" sz="1100"/>
              <a:t> ಎಂದು ತಿಳಿದುಕೊಳ್ಳಲು ಸಹಾಯ ಮಾಡುವ </a:t>
            </a:r>
            <a:r>
              <a:rPr b="1" lang="en" sz="1100"/>
              <a:t>ಸರಳ ಮತ್ತು ಉಪಯುಕ್ತ ಪರಿಕರವೇ 4Ws!</a:t>
            </a:r>
            <a:endParaRPr b="1" sz="1100"/>
          </a:p>
          <a:p>
            <a:pPr indent="0" lvl="0" marL="0" rtl="0" algn="l">
              <a:lnSpc>
                <a:spcPct val="115000"/>
              </a:lnSpc>
              <a:spcBef>
                <a:spcPts val="1400"/>
              </a:spcBef>
              <a:spcAft>
                <a:spcPts val="0"/>
              </a:spcAft>
              <a:buClr>
                <a:schemeClr val="dk1"/>
              </a:buClr>
              <a:buSzPct val="84615"/>
              <a:buFont typeface="Arial"/>
              <a:buNone/>
            </a:pPr>
            <a:r>
              <a:rPr b="1" lang="en" sz="1300"/>
              <a:t>ಒಮ್ಮೆ ನಿಲ್ಲಿಸಿ — 4 ಪ್ರಶ್ನೆಗಳನ್ನು ಕೇಳಿಕೊಳ್ಳಿ:</a:t>
            </a:r>
            <a:endParaRPr b="1" sz="1300"/>
          </a:p>
          <a:p>
            <a:pPr indent="0" lvl="0" marL="0" rtl="0" algn="l">
              <a:lnSpc>
                <a:spcPct val="115000"/>
              </a:lnSpc>
              <a:spcBef>
                <a:spcPts val="1200"/>
              </a:spcBef>
              <a:spcAft>
                <a:spcPts val="0"/>
              </a:spcAft>
              <a:buClr>
                <a:schemeClr val="dk1"/>
              </a:buClr>
              <a:buSzPct val="100000"/>
              <a:buFont typeface="Arial"/>
              <a:buNone/>
            </a:pPr>
            <a:r>
              <a:rPr b="1" lang="en" sz="1100"/>
              <a:t>WHO?</a:t>
            </a:r>
            <a:r>
              <a:rPr lang="en" sz="1100"/>
              <a:t> — ಯಾರು ಹೇಳುತ್ತಿದ್ದಾರೆ?</a:t>
            </a:r>
            <a:br>
              <a:rPr lang="en" sz="1100"/>
            </a:br>
            <a:r>
              <a:rPr b="1" lang="en" sz="1100"/>
              <a:t>WHERE?</a:t>
            </a:r>
            <a:r>
              <a:rPr lang="en" sz="1100"/>
              <a:t> — ಈ ಮಾಹಿತಿಯನ್ನು ಎಲ್ಲಿ ಮರುಪರಿಶೀಲಿಸಬಹುದು?</a:t>
            </a:r>
            <a:br>
              <a:rPr lang="en" sz="1100"/>
            </a:br>
            <a:r>
              <a:rPr b="1" lang="en" sz="1100"/>
              <a:t>WHAT DO I THINK?</a:t>
            </a:r>
            <a:r>
              <a:rPr lang="en" sz="1100"/>
              <a:t> — ಇದರ ಬಗ್ಗೆ ನನ್ನ ದೃಷ್ಟಿಕೋನ ಏನು?</a:t>
            </a:r>
            <a:br>
              <a:rPr lang="en" sz="1100"/>
            </a:br>
            <a:r>
              <a:rPr b="1" lang="en" sz="1100"/>
              <a:t>WILL I CHANGE?</a:t>
            </a:r>
            <a:r>
              <a:rPr lang="en" sz="1100"/>
              <a:t> — ಹೊಸ ಪುರಾವೆ ಸಿಕ್ಕರೆ ನನ್ನ ದೃಷ್ಟಿಕೋನವನ್ನು ಬದಲಾಯಿಸಿಕೊಳ್ಳುವೆನೇ?</a:t>
            </a:r>
            <a:endParaRPr sz="1100"/>
          </a:p>
          <a:p>
            <a:pPr indent="0" lvl="0" marL="0" rtl="0" algn="l">
              <a:lnSpc>
                <a:spcPct val="115000"/>
              </a:lnSpc>
              <a:spcBef>
                <a:spcPts val="1200"/>
              </a:spcBef>
              <a:spcAft>
                <a:spcPts val="0"/>
              </a:spcAft>
              <a:buNone/>
            </a:pPr>
            <a:r>
              <a:rPr b="1" lang="en" sz="1100"/>
              <a:t>👉 4Ws ಬಳಸಿ — ಮಾಹಿತಿಯನ್ನು ನಂಬುವ ಮೊದಲು ಯೋಚಿಸಿ, ಪರಿಶೀಲಿಸಿ!</a:t>
            </a:r>
            <a:endParaRPr b="1" sz="1100"/>
          </a:p>
          <a:p>
            <a:pPr indent="0" lvl="0" marL="0" rtl="0" algn="l">
              <a:lnSpc>
                <a:spcPct val="115000"/>
              </a:lnSpc>
              <a:spcBef>
                <a:spcPts val="1200"/>
              </a:spcBef>
              <a:spcAft>
                <a:spcPts val="0"/>
              </a:spcAft>
              <a:buClr>
                <a:schemeClr val="dk1"/>
              </a:buClr>
              <a:buSzPct val="100000"/>
              <a:buFont typeface="Arial"/>
              <a:buNone/>
            </a:pPr>
            <a:r>
              <a:rPr b="1" lang="en" sz="1100"/>
              <a:t>ಈಗ ಇನ್ನೊಂದು ಉದಾಹರಣೆ ನೋಡೋಣ! </a:t>
            </a:r>
            <a:endParaRPr b="1" sz="1100"/>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ctrTitle"/>
          </p:nvPr>
        </p:nvSpPr>
        <p:spPr>
          <a:xfrm>
            <a:off x="0" y="330025"/>
            <a:ext cx="9245700" cy="43251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1100"/>
              </a:spcBef>
              <a:spcAft>
                <a:spcPts val="0"/>
              </a:spcAft>
              <a:buNone/>
            </a:pPr>
            <a:r>
              <a:t/>
            </a:r>
            <a:endParaRPr b="1" sz="1100"/>
          </a:p>
          <a:p>
            <a:pPr indent="0" lvl="0" marL="0" rtl="0" algn="l">
              <a:lnSpc>
                <a:spcPct val="115000"/>
              </a:lnSpc>
              <a:spcBef>
                <a:spcPts val="1100"/>
              </a:spcBef>
              <a:spcAft>
                <a:spcPts val="0"/>
              </a:spcAft>
              <a:buNone/>
            </a:pPr>
            <a:r>
              <a:t/>
            </a:r>
            <a:endParaRPr b="1" sz="1100"/>
          </a:p>
          <a:p>
            <a:pPr indent="0" lvl="0" marL="0" rtl="0" algn="l">
              <a:lnSpc>
                <a:spcPct val="115000"/>
              </a:lnSpc>
              <a:spcBef>
                <a:spcPts val="1100"/>
              </a:spcBef>
              <a:spcAft>
                <a:spcPts val="0"/>
              </a:spcAft>
              <a:buNone/>
            </a:pPr>
            <a:r>
              <a:t/>
            </a:r>
            <a:endParaRPr b="1" sz="1100"/>
          </a:p>
          <a:p>
            <a:pPr indent="0" lvl="0" marL="0" rtl="0" algn="l">
              <a:lnSpc>
                <a:spcPct val="115000"/>
              </a:lnSpc>
              <a:spcBef>
                <a:spcPts val="1100"/>
              </a:spcBef>
              <a:spcAft>
                <a:spcPts val="0"/>
              </a:spcAft>
              <a:buNone/>
            </a:pPr>
            <a:r>
              <a:rPr b="1" lang="en" sz="1100"/>
              <a:t>Slide 15 </a:t>
            </a:r>
            <a:endParaRPr b="1" sz="1100"/>
          </a:p>
          <a:p>
            <a:pPr indent="0" lvl="0" marL="0" rtl="0" algn="l">
              <a:lnSpc>
                <a:spcPct val="115000"/>
              </a:lnSpc>
              <a:spcBef>
                <a:spcPts val="1400"/>
              </a:spcBef>
              <a:spcAft>
                <a:spcPts val="0"/>
              </a:spcAft>
              <a:buNone/>
            </a:pPr>
            <a:r>
              <a:rPr b="1" lang="en" sz="1300"/>
              <a:t>ಕಲ್ಪಿಸಿಕೊಳ್ಳಿ…</a:t>
            </a:r>
            <a:endParaRPr b="1" sz="1300"/>
          </a:p>
          <a:p>
            <a:pPr indent="0" lvl="0" marL="0" rtl="0" algn="l">
              <a:lnSpc>
                <a:spcPct val="115000"/>
              </a:lnSpc>
              <a:spcBef>
                <a:spcPts val="1200"/>
              </a:spcBef>
              <a:spcAft>
                <a:spcPts val="0"/>
              </a:spcAft>
              <a:buNone/>
            </a:pPr>
            <a:r>
              <a:rPr lang="en" sz="1100"/>
              <a:t>ನೀವು ಈ ಬೆಳಿಗ್ಗೆ ಈ ಪೋಸ್ಟ್ ಅನ್ನು ನೋಡಿದ್ದೀರಿ.</a:t>
            </a:r>
            <a:endParaRPr b="1" sz="1100"/>
          </a:p>
          <a:p>
            <a:pPr indent="0" lvl="0" marL="0" rtl="0" algn="l">
              <a:lnSpc>
                <a:spcPct val="115000"/>
              </a:lnSpc>
              <a:spcBef>
                <a:spcPts val="1200"/>
              </a:spcBef>
              <a:spcAft>
                <a:spcPts val="0"/>
              </a:spcAft>
              <a:buClr>
                <a:schemeClr val="dk1"/>
              </a:buClr>
              <a:buSzPct val="100000"/>
              <a:buFont typeface="Arial"/>
              <a:buNone/>
            </a:pPr>
            <a:r>
              <a:rPr b="1" lang="en" sz="1100"/>
              <a:t>ಬ್ರೇಕಿಂಗ ನ್ಯೂಸ್:  ಸರ್ಕಾರವು ರಾಷ್ಟ್ರವ್ಯಾಪಿ ಆನ್ ಲೈನ್ ವಹಿವಾಟುಗಳನ್ನು ನಿಷೇಧಿಸುವುದಾಗಿ ಘೋಷಿಸಿದೆ!</a:t>
            </a:r>
            <a:endParaRPr b="1" sz="1100"/>
          </a:p>
          <a:p>
            <a:pPr indent="0" lvl="0" marL="0" rtl="0" algn="l">
              <a:lnSpc>
                <a:spcPct val="115000"/>
              </a:lnSpc>
              <a:spcBef>
                <a:spcPts val="1100"/>
              </a:spcBef>
              <a:spcAft>
                <a:spcPts val="0"/>
              </a:spcAft>
              <a:buClr>
                <a:schemeClr val="dk1"/>
              </a:buClr>
              <a:buSzPct val="100000"/>
              <a:buFont typeface="Arial"/>
              <a:buNone/>
            </a:pPr>
            <a:r>
              <a:rPr lang="en" sz="1100"/>
              <a:t>ಆಘಾತಕಾರಿ ಕ್ರಮವೊಂದರಲ್ಲಿ, ಭಾರತ ಸರ್ಕಾರವು ಹೆಚ್ಚುತ್ತಿರುವ ಸೈಬರ್ ಭದ್ರತಾ ಬೆದರಿಕೆಗಳನ್ನು ಉಲ್ಲೇಖಿಸಿ ಭಾರತ ಸರ್ಕಾರ ಮುಂದಿನ ತಿಂಗಳಿನಿಂದ ಎಲ್ಲಾ ರೀತಿಯ ಆನ್ ಲೈನ್ ಪಾವತಿಗಳನ್ನು ನಿಷೇಧಿಸಲು ನಿರ್ಧರಿಸಿದೆ ಎಂದು ವರದಿಯಾಗಿದೆ.  ಸಾಮಾಜಿಕ ಮಾಧ್ಯಮಗಳಲ್ಲಿ ಹರಿದಾಡುತ್ತಿರುವ, ಸೋರಿಕೆಯಾದ ಸರ್ಕಾರಿ ಅಧಿಸೂಚನೆಯ ಪ್ರಕಾರ ಹೆಚ್ಚುತ್ತಿರುವ ಸೈಬರ್ ವಂಚನೆಯಿಂದ ನಾಗರಿಕರನ್ನು ರಕ್ಷಿಸಲು ಜನಪ್ರಿಯ ವೇದಿಕೆಗಳಾದ ಯು.ಪಿ.ಐ., ನೆಟ್ ಬ್ಯಾಂಕಿಂಗ್ ಮತ್ತು ಡಿಜಿಟಲ್ ವ್ಯಾಲೆಟ್ ಗಳನ್ನು ಹಂತಹಂತಗಳಲ್ಲಿ, ಸಂಪೂರ್ಣವಾಗಿ ತೆಗೆದು ಹಾಕಲಾಗುವುದು. ಈ ನಿರ್ದೇಶನವು ಜನರಿಗೆ ಹಾಗು ವ್ಯಾಪಾರಗಳಿಗೆ ನಗದು ಆಧಾರಿತ ವಹಿವಾಟುಗಳಿಗೆ ಪರಿವರ್ತನೆಗೊಳ್ಳಲು ಸಿದ್ಧರಾಗುವಂತೆ ಎಚ್ಚರಿಸುತ್ತದೆ, ಹಾಗು ಡಿಜಿಟಲ್ ಆರ್ಥಿಕತೆ ಪಾಲುದಾರರಲ್ಲಿ ಇದು ಕಳವಳವನ್ನು ಉಂಟು ಮಾಡಿದೆ </a:t>
            </a:r>
            <a:endParaRPr sz="1100"/>
          </a:p>
          <a:p>
            <a:pPr indent="0" lvl="0" marL="0" rtl="0" algn="l">
              <a:lnSpc>
                <a:spcPct val="115000"/>
              </a:lnSpc>
              <a:spcBef>
                <a:spcPts val="1100"/>
              </a:spcBef>
              <a:spcAft>
                <a:spcPts val="0"/>
              </a:spcAft>
              <a:buNone/>
            </a:pPr>
            <a:r>
              <a:rPr lang="en" sz="1100"/>
              <a:t>ಈ ಹಠಾತ್ ನಿರ್ಧಾರವು ದಿಝಿಟಲ್ ಪಾವತಿಗಳನ್ನು ಅವಲಂಬಿಸಿರುವ ವ್ಯವಹಾರಗಳನ್ನು ಕುಂಠಿತಗೊಳಿಸಬಹುದು ಎಂದು ಹಣಕಾಸು ತಜ್ಞರು ಭಯಪಡುತ್ತಾರೆ ಆದರೆ ಬದಲಾವಣೆಗೆ ಸಿದ್ಧವಾಗಲು ನಾಗರಿಕರು ಎಟಿಎಂ ಗಳಿಗೆ ಮತ್ತು ಬ್ಯಾಂಕ್ ಗಳಿಗೆ ಹಣವನ್ನು ಹಿಂಪಡೆಯಲು ಧಾವಿಸುತ್ತಿದ್ದಾರೆ.  ಹಲವಾರು ಈ-ಕಾಮರ್ಸ್ ವೆಬ್ ಸೈಟ್ ಗಳು ತಮ್ಮ ಪಾವತಿ ವ್ಯವಸ್ಥೆಗಳನ್ನು ಪರಿಷ್ಕರಿಸಲು ಪ್ರಾರಂಭಿಸಿವೆ ಎಂದು ವರದಿಯಾಗಿದೆ ಆದರೆ ಫ಼ಿನ್ ಟೆಕ್ ಕಂಪನಿಗಳು ಸರ್ಕಾರಿ ಮೂಲಗಳಿಂದ ಸ್ಪಷ್ಟತೆ ಪಡೆಯಲು ಪರದಾಡುತ್ತಿವೆ.</a:t>
            </a:r>
            <a:endParaRPr sz="1100"/>
          </a:p>
          <a:p>
            <a:pPr indent="0" lvl="0" marL="0" rtl="0" algn="l">
              <a:spcBef>
                <a:spcPts val="8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6"/>
          <p:cNvSpPr txBox="1"/>
          <p:nvPr>
            <p:ph type="ctrTitle"/>
          </p:nvPr>
        </p:nvSpPr>
        <p:spPr>
          <a:xfrm>
            <a:off x="239325" y="772650"/>
            <a:ext cx="7830600" cy="3882300"/>
          </a:xfrm>
          <a:prstGeom prst="rect">
            <a:avLst/>
          </a:prstGeom>
        </p:spPr>
        <p:txBody>
          <a:bodyPr anchorCtr="0" anchor="ctr" bIns="91425" lIns="91425" spcFirstLastPara="1" rIns="91425" wrap="square" tIns="91425">
            <a:noAutofit/>
          </a:bodyPr>
          <a:lstStyle/>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t/>
            </a:r>
            <a:endParaRPr sz="1690"/>
          </a:p>
          <a:p>
            <a:pPr indent="0" lvl="0" marL="381000" marR="381000" rtl="0" algn="l">
              <a:lnSpc>
                <a:spcPct val="115000"/>
              </a:lnSpc>
              <a:spcBef>
                <a:spcPts val="1200"/>
              </a:spcBef>
              <a:spcAft>
                <a:spcPts val="0"/>
              </a:spcAft>
              <a:buSzPts val="990"/>
              <a:buNone/>
            </a:pPr>
            <a:r>
              <a:rPr lang="en" sz="1690"/>
              <a:t>Slide 16</a:t>
            </a:r>
            <a:endParaRPr sz="1690"/>
          </a:p>
          <a:p>
            <a:pPr indent="0" lvl="0" marL="0" marR="381000" rtl="0" algn="l">
              <a:lnSpc>
                <a:spcPct val="115000"/>
              </a:lnSpc>
              <a:spcBef>
                <a:spcPts val="1200"/>
              </a:spcBef>
              <a:spcAft>
                <a:spcPts val="0"/>
              </a:spcAft>
              <a:buClr>
                <a:schemeClr val="dk1"/>
              </a:buClr>
              <a:buSzPts val="990"/>
              <a:buFont typeface="Arial"/>
              <a:buNone/>
            </a:pPr>
            <a:r>
              <a:rPr lang="en" sz="1690"/>
              <a:t>ಈ ಸುದ್ದಿಯನ್ನು Social Media Influencers, WhatsApp Forwards, Twitter/X ಮತ್ತು Facebookಗಳಲ್ಲಿ ವ್ಯಾಪಕವಾಗಿ ಹಂಚಿಕೊಳ್ಳಲಾಗುತ್ತಿದೆ.</a:t>
            </a:r>
            <a:endParaRPr sz="1690"/>
          </a:p>
          <a:p>
            <a:pPr indent="0" lvl="0" marL="0" rtl="0" algn="l">
              <a:lnSpc>
                <a:spcPct val="115000"/>
              </a:lnSpc>
              <a:spcBef>
                <a:spcPts val="1400"/>
              </a:spcBef>
              <a:spcAft>
                <a:spcPts val="0"/>
              </a:spcAft>
              <a:buClr>
                <a:schemeClr val="dk1"/>
              </a:buClr>
              <a:buSzPts val="990"/>
              <a:buFont typeface="Arial"/>
              <a:buNone/>
            </a:pPr>
            <a:r>
              <a:rPr b="1" lang="en" sz="1870"/>
              <a:t>ಇನ್ನೊಂದು ಸಂಗತಿ…</a:t>
            </a:r>
            <a:endParaRPr b="1" sz="1870"/>
          </a:p>
          <a:p>
            <a:pPr indent="0" lvl="0" marL="0" rtl="0" algn="l">
              <a:lnSpc>
                <a:spcPct val="115000"/>
              </a:lnSpc>
              <a:spcBef>
                <a:spcPts val="1200"/>
              </a:spcBef>
              <a:spcAft>
                <a:spcPts val="0"/>
              </a:spcAft>
              <a:buClr>
                <a:schemeClr val="dk1"/>
              </a:buClr>
              <a:buSzPts val="990"/>
              <a:buFont typeface="Arial"/>
              <a:buNone/>
            </a:pPr>
            <a:r>
              <a:rPr lang="en" sz="1690"/>
              <a:t>ನೀವು ಯಾವಾಗಲೂ follow ಮಾಡುವ </a:t>
            </a:r>
            <a:r>
              <a:rPr b="1" lang="en" sz="1690"/>
              <a:t>ನಿಮ್ಮ ನೆಚ್ಚಿನ Influencer</a:t>
            </a:r>
            <a:r>
              <a:rPr lang="en" sz="1690"/>
              <a:t> ಕೂಡ ಇದನ್ನು ಹಂಚಿಕೊಂಡಿದ್ದಾರೆ.</a:t>
            </a:r>
            <a:endParaRPr sz="1690"/>
          </a:p>
          <a:p>
            <a:pPr indent="0" lvl="0" marL="0" rtl="0" algn="l">
              <a:lnSpc>
                <a:spcPct val="115000"/>
              </a:lnSpc>
              <a:spcBef>
                <a:spcPts val="1200"/>
              </a:spcBef>
              <a:spcAft>
                <a:spcPts val="0"/>
              </a:spcAft>
              <a:buSzPts val="990"/>
              <a:buNone/>
            </a:pPr>
            <a:r>
              <a:rPr b="1" lang="en" sz="1690"/>
              <a:t>ನೀವು ಏನು ಮಾಡುತ್ತೀರಿ? </a:t>
            </a:r>
            <a:endParaRPr b="1" sz="1690"/>
          </a:p>
          <a:p>
            <a:pPr indent="0" lvl="0" marL="0" rtl="0" algn="l">
              <a:lnSpc>
                <a:spcPct val="115000"/>
              </a:lnSpc>
              <a:spcBef>
                <a:spcPts val="1200"/>
              </a:spcBef>
              <a:spcAft>
                <a:spcPts val="0"/>
              </a:spcAft>
              <a:buSzPts val="990"/>
              <a:buNone/>
            </a:pPr>
            <a:r>
              <a:t/>
            </a:r>
            <a:endParaRPr b="1" sz="1690"/>
          </a:p>
          <a:p>
            <a:pPr indent="0" lvl="0" marL="0" rtl="0" algn="l">
              <a:lnSpc>
                <a:spcPct val="115000"/>
              </a:lnSpc>
              <a:spcBef>
                <a:spcPts val="1200"/>
              </a:spcBef>
              <a:spcAft>
                <a:spcPts val="0"/>
              </a:spcAft>
              <a:buClr>
                <a:schemeClr val="dk1"/>
              </a:buClr>
              <a:buSzPts val="990"/>
              <a:buFont typeface="Arial"/>
              <a:buNone/>
            </a:pPr>
            <a:r>
              <a:t/>
            </a:r>
            <a:endParaRPr b="1" sz="1690"/>
          </a:p>
          <a:p>
            <a:pPr indent="0" lvl="0" marL="0" rtl="0" algn="l">
              <a:lnSpc>
                <a:spcPct val="115000"/>
              </a:lnSpc>
              <a:spcBef>
                <a:spcPts val="1200"/>
              </a:spcBef>
              <a:spcAft>
                <a:spcPts val="0"/>
              </a:spcAft>
              <a:buClr>
                <a:schemeClr val="dk1"/>
              </a:buClr>
              <a:buSzPts val="990"/>
              <a:buFont typeface="Arial"/>
              <a:buNone/>
            </a:pPr>
            <a:r>
              <a:t/>
            </a:r>
            <a:endParaRPr sz="1690"/>
          </a:p>
          <a:p>
            <a:pPr indent="0" lvl="0" marL="0" rtl="0" algn="l">
              <a:lnSpc>
                <a:spcPct val="115000"/>
              </a:lnSpc>
              <a:spcBef>
                <a:spcPts val="800"/>
              </a:spcBef>
              <a:spcAft>
                <a:spcPts val="0"/>
              </a:spcAft>
              <a:buClr>
                <a:schemeClr val="dk1"/>
              </a:buClr>
              <a:buSzPts val="990"/>
              <a:buFont typeface="Arial"/>
              <a:buNone/>
            </a:pPr>
            <a:r>
              <a:t/>
            </a:r>
            <a:endParaRPr sz="5380"/>
          </a:p>
          <a:p>
            <a:pPr indent="0" lvl="0" marL="0" rtl="0" algn="l">
              <a:lnSpc>
                <a:spcPct val="115000"/>
              </a:lnSpc>
              <a:spcBef>
                <a:spcPts val="0"/>
              </a:spcBef>
              <a:spcAft>
                <a:spcPts val="0"/>
              </a:spcAft>
              <a:buSzPts val="990"/>
              <a:buNone/>
            </a:pPr>
            <a:r>
              <a:t/>
            </a:r>
            <a:endParaRPr sz="538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7"/>
          <p:cNvSpPr txBox="1"/>
          <p:nvPr/>
        </p:nvSpPr>
        <p:spPr>
          <a:xfrm>
            <a:off x="385300" y="172850"/>
            <a:ext cx="17055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Slide 17 </a:t>
            </a:r>
            <a:endParaRPr sz="1800">
              <a:solidFill>
                <a:schemeClr val="dk2"/>
              </a:solidFill>
            </a:endParaRPr>
          </a:p>
        </p:txBody>
      </p:sp>
      <p:pic>
        <p:nvPicPr>
          <p:cNvPr id="129" name="Google Shape;129;p27"/>
          <p:cNvPicPr preferRelativeResize="0"/>
          <p:nvPr/>
        </p:nvPicPr>
        <p:blipFill>
          <a:blip r:embed="rId3">
            <a:alphaModFix/>
          </a:blip>
          <a:stretch>
            <a:fillRect/>
          </a:stretch>
        </p:blipFill>
        <p:spPr>
          <a:xfrm>
            <a:off x="1215650" y="460375"/>
            <a:ext cx="7507112" cy="42227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nvSpPr>
        <p:spPr>
          <a:xfrm>
            <a:off x="385300" y="172850"/>
            <a:ext cx="17055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Slide 17 </a:t>
            </a:r>
            <a:endParaRPr sz="1800">
              <a:solidFill>
                <a:schemeClr val="dk2"/>
              </a:solidFill>
            </a:endParaRPr>
          </a:p>
        </p:txBody>
      </p:sp>
      <p:pic>
        <p:nvPicPr>
          <p:cNvPr id="135" name="Google Shape;135;p28"/>
          <p:cNvPicPr preferRelativeResize="0"/>
          <p:nvPr/>
        </p:nvPicPr>
        <p:blipFill>
          <a:blip r:embed="rId3">
            <a:alphaModFix/>
          </a:blip>
          <a:stretch>
            <a:fillRect/>
          </a:stretch>
        </p:blipFill>
        <p:spPr>
          <a:xfrm>
            <a:off x="1259975" y="615950"/>
            <a:ext cx="6991263" cy="422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9"/>
          <p:cNvSpPr txBox="1"/>
          <p:nvPr/>
        </p:nvSpPr>
        <p:spPr>
          <a:xfrm>
            <a:off x="385300" y="172850"/>
            <a:ext cx="17055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Slide 18 </a:t>
            </a:r>
            <a:endParaRPr sz="1800">
              <a:solidFill>
                <a:schemeClr val="dk2"/>
              </a:solidFill>
            </a:endParaRPr>
          </a:p>
        </p:txBody>
      </p:sp>
      <p:pic>
        <p:nvPicPr>
          <p:cNvPr id="141" name="Google Shape;141;p29"/>
          <p:cNvPicPr preferRelativeResize="0"/>
          <p:nvPr/>
        </p:nvPicPr>
        <p:blipFill>
          <a:blip r:embed="rId3">
            <a:alphaModFix/>
          </a:blip>
          <a:stretch>
            <a:fillRect/>
          </a:stretch>
        </p:blipFill>
        <p:spPr>
          <a:xfrm>
            <a:off x="1076363" y="615950"/>
            <a:ext cx="6991263" cy="422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nvSpPr>
        <p:spPr>
          <a:xfrm>
            <a:off x="385300" y="172850"/>
            <a:ext cx="17055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Slide 19 </a:t>
            </a:r>
            <a:endParaRPr sz="1800">
              <a:solidFill>
                <a:schemeClr val="dk2"/>
              </a:solidFill>
            </a:endParaRPr>
          </a:p>
        </p:txBody>
      </p:sp>
      <p:sp>
        <p:nvSpPr>
          <p:cNvPr id="147" name="Google Shape;147;p30"/>
          <p:cNvSpPr txBox="1"/>
          <p:nvPr/>
        </p:nvSpPr>
        <p:spPr>
          <a:xfrm>
            <a:off x="110750" y="1262600"/>
            <a:ext cx="7806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50">
                <a:solidFill>
                  <a:srgbClr val="1F2937"/>
                </a:solidFill>
                <a:highlight>
                  <a:srgbClr val="FFFBF2"/>
                </a:highlight>
                <a:latin typeface="Inter"/>
                <a:ea typeface="Inter"/>
                <a:cs typeface="Inter"/>
                <a:sym typeface="Inter"/>
              </a:rPr>
              <a:t>ಸಂವಿಧಾನದ ಪೀಠಿಕೆಯಲ್ಲಿರುವ ಯಾವ ಸಾಂವಿಧಾನಿಕ ಮೌಲ್ಯವು ಇಂದು ನಾವು ಮಾಡಿದ ಚಟುವಟಿಕೆಗಳು ಮತ್ತು ಚರ್ಚೆಗಳಿಗೆ ಹೆಚ್ಚು ಹೊಂದಿಕೆಯಾಗುತ್ತದೆ?</a:t>
            </a:r>
            <a:r>
              <a:rPr lang="en" sz="1100">
                <a:solidFill>
                  <a:schemeClr val="dk1"/>
                </a:solidFill>
              </a:rPr>
              <a:t> </a:t>
            </a:r>
            <a:endParaRPr/>
          </a:p>
        </p:txBody>
      </p:sp>
      <p:pic>
        <p:nvPicPr>
          <p:cNvPr id="148" name="Google Shape;148;p30"/>
          <p:cNvPicPr preferRelativeResize="0"/>
          <p:nvPr/>
        </p:nvPicPr>
        <p:blipFill>
          <a:blip r:embed="rId3">
            <a:alphaModFix/>
          </a:blip>
          <a:stretch>
            <a:fillRect/>
          </a:stretch>
        </p:blipFill>
        <p:spPr>
          <a:xfrm>
            <a:off x="0" y="2827426"/>
            <a:ext cx="1840349" cy="1297149"/>
          </a:xfrm>
          <a:prstGeom prst="rect">
            <a:avLst/>
          </a:prstGeom>
          <a:noFill/>
          <a:ln>
            <a:noFill/>
          </a:ln>
        </p:spPr>
      </p:pic>
      <p:pic>
        <p:nvPicPr>
          <p:cNvPr id="149" name="Google Shape;149;p30"/>
          <p:cNvPicPr preferRelativeResize="0"/>
          <p:nvPr/>
        </p:nvPicPr>
        <p:blipFill>
          <a:blip r:embed="rId4">
            <a:alphaModFix/>
          </a:blip>
          <a:stretch>
            <a:fillRect/>
          </a:stretch>
        </p:blipFill>
        <p:spPr>
          <a:xfrm>
            <a:off x="2090800" y="2827426"/>
            <a:ext cx="1981024" cy="1396300"/>
          </a:xfrm>
          <a:prstGeom prst="rect">
            <a:avLst/>
          </a:prstGeom>
          <a:noFill/>
          <a:ln>
            <a:noFill/>
          </a:ln>
        </p:spPr>
      </p:pic>
      <p:pic>
        <p:nvPicPr>
          <p:cNvPr id="150" name="Google Shape;150;p30"/>
          <p:cNvPicPr preferRelativeResize="0"/>
          <p:nvPr/>
        </p:nvPicPr>
        <p:blipFill>
          <a:blip r:embed="rId5">
            <a:alphaModFix/>
          </a:blip>
          <a:stretch>
            <a:fillRect/>
          </a:stretch>
        </p:blipFill>
        <p:spPr>
          <a:xfrm>
            <a:off x="4572000" y="2827425"/>
            <a:ext cx="1981024" cy="1396300"/>
          </a:xfrm>
          <a:prstGeom prst="rect">
            <a:avLst/>
          </a:prstGeom>
          <a:noFill/>
          <a:ln>
            <a:noFill/>
          </a:ln>
        </p:spPr>
      </p:pic>
      <p:pic>
        <p:nvPicPr>
          <p:cNvPr id="151" name="Google Shape;151;p30"/>
          <p:cNvPicPr preferRelativeResize="0"/>
          <p:nvPr/>
        </p:nvPicPr>
        <p:blipFill>
          <a:blip r:embed="rId6">
            <a:alphaModFix/>
          </a:blip>
          <a:stretch>
            <a:fillRect/>
          </a:stretch>
        </p:blipFill>
        <p:spPr>
          <a:xfrm>
            <a:off x="6787375" y="2788738"/>
            <a:ext cx="2090801" cy="14736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1"/>
          <p:cNvSpPr txBox="1"/>
          <p:nvPr>
            <p:ph type="ctrTitle"/>
          </p:nvPr>
        </p:nvSpPr>
        <p:spPr>
          <a:xfrm>
            <a:off x="311700" y="744575"/>
            <a:ext cx="8520600" cy="43989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2400"/>
              </a:spcBef>
              <a:spcAft>
                <a:spcPts val="0"/>
              </a:spcAft>
              <a:buClr>
                <a:schemeClr val="dk1"/>
              </a:buClr>
              <a:buSzPct val="47826"/>
              <a:buFont typeface="Arial"/>
              <a:buNone/>
            </a:pPr>
            <a:r>
              <a:rPr b="1" lang="en" sz="2300"/>
              <a:t>Slide 20 ಸಂವಿಧಾನ ಸಂಪರ್ಕ ಪ್ರಶ್ನೆ</a:t>
            </a:r>
            <a:endParaRPr b="1" sz="2300"/>
          </a:p>
          <a:p>
            <a:pPr indent="0" lvl="0" marL="0" rtl="0" algn="l">
              <a:lnSpc>
                <a:spcPct val="115000"/>
              </a:lnSpc>
              <a:spcBef>
                <a:spcPts val="1400"/>
              </a:spcBef>
              <a:spcAft>
                <a:spcPts val="0"/>
              </a:spcAft>
              <a:buClr>
                <a:schemeClr val="dk1"/>
              </a:buClr>
              <a:buSzPct val="84615"/>
              <a:buFont typeface="Arial"/>
              <a:buNone/>
            </a:pPr>
            <a:r>
              <a:rPr b="1" lang="en" sz="1300"/>
              <a:t>ಯೋಚಿಸಿ ಮತ್ತು ಉತ್ತರಿಸಿ!</a:t>
            </a:r>
            <a:endParaRPr b="1" sz="1300"/>
          </a:p>
          <a:p>
            <a:pPr indent="0" lvl="0" marL="0" rtl="0" algn="l">
              <a:lnSpc>
                <a:spcPct val="115000"/>
              </a:lnSpc>
              <a:spcBef>
                <a:spcPts val="1200"/>
              </a:spcBef>
              <a:spcAft>
                <a:spcPts val="0"/>
              </a:spcAft>
              <a:buClr>
                <a:schemeClr val="dk1"/>
              </a:buClr>
              <a:buSzPct val="100000"/>
              <a:buFont typeface="Arial"/>
              <a:buNone/>
            </a:pPr>
            <a:r>
              <a:rPr b="1" lang="en" sz="1100"/>
              <a:t>ಭಾರತದ ಸಂವಿಧಾನದ ಅನುಚ್ಛೇದ 51A ಪ್ರಕಾರ,</a:t>
            </a:r>
            <a:br>
              <a:rPr b="1" lang="en" sz="1100"/>
            </a:br>
            <a:r>
              <a:rPr b="1" lang="en" sz="1100"/>
              <a:t>ಪ್ರತಿಯೊಬ್ಬ ಭಾರತೀಯ ನಾಗರಿಕನು ಯಾವ ಗುಣವನ್ನು ಬೆಳೆಸುವುದು ತನ್ನ ಕರ್ತವ್ಯವಾಗಿದೆ?</a:t>
            </a:r>
            <a:endParaRPr b="1" sz="1100"/>
          </a:p>
          <a:p>
            <a:pPr indent="0" lvl="0" marL="0" rtl="0" algn="l">
              <a:lnSpc>
                <a:spcPct val="115000"/>
              </a:lnSpc>
              <a:spcBef>
                <a:spcPts val="1200"/>
              </a:spcBef>
              <a:spcAft>
                <a:spcPts val="0"/>
              </a:spcAft>
              <a:buClr>
                <a:schemeClr val="dk1"/>
              </a:buClr>
              <a:buSzPct val="100000"/>
              <a:buFont typeface="Arial"/>
              <a:buNone/>
            </a:pPr>
            <a:r>
              <a:rPr b="1" lang="en" sz="1100"/>
              <a:t>A.</a:t>
            </a:r>
            <a:r>
              <a:rPr lang="en" sz="1100"/>
              <a:t> ಧರ್ಮನಿರಪೇಕ್ಷತೆ</a:t>
            </a:r>
            <a:br>
              <a:rPr lang="en" sz="1100"/>
            </a:br>
            <a:r>
              <a:rPr b="1" lang="en" sz="1100"/>
              <a:t>B.</a:t>
            </a:r>
            <a:r>
              <a:rPr lang="en" sz="1100"/>
              <a:t> ಪ್ರಜಾಪ್ರಭುತ್ವದ ಮೌಲ್ಯಗಳು</a:t>
            </a:r>
            <a:br>
              <a:rPr lang="en" sz="1100"/>
            </a:br>
            <a:r>
              <a:rPr b="1" lang="en" sz="1100"/>
              <a:t>C.</a:t>
            </a:r>
            <a:r>
              <a:rPr lang="en" sz="1100"/>
              <a:t> ವೈಜ್ಞಾನಿಕ ಮನೋಭಾವ</a:t>
            </a:r>
            <a:br>
              <a:rPr lang="en" sz="1100"/>
            </a:br>
            <a:r>
              <a:rPr b="1" lang="en" sz="1100"/>
              <a:t>D.</a:t>
            </a:r>
            <a:r>
              <a:rPr lang="en" sz="1100"/>
              <a:t> ನಾಗರಿಕ ಜವಾಬ್ದಾರಿ</a:t>
            </a:r>
            <a:endParaRPr sz="1100"/>
          </a:p>
          <a:p>
            <a:pPr indent="0" lvl="0" marL="0" rtl="0" algn="l">
              <a:lnSpc>
                <a:spcPct val="115000"/>
              </a:lnSpc>
              <a:spcBef>
                <a:spcPts val="1400"/>
              </a:spcBef>
              <a:spcAft>
                <a:spcPts val="0"/>
              </a:spcAft>
              <a:buClr>
                <a:schemeClr val="dk1"/>
              </a:buClr>
              <a:buSzPct val="84615"/>
              <a:buFont typeface="Arial"/>
              <a:buNone/>
            </a:pPr>
            <a:r>
              <a:rPr b="1" lang="en" sz="1300"/>
              <a:t>👆 ನಿಮ್ಮ ಉತ್ತರವನ್ನು ಆಯ್ಕೆಮಾಡಿ</a:t>
            </a:r>
            <a:endParaRPr b="1" sz="1300"/>
          </a:p>
          <a:p>
            <a:pPr indent="0" lvl="0" marL="0" rtl="0" algn="l">
              <a:lnSpc>
                <a:spcPct val="115000"/>
              </a:lnSpc>
              <a:spcBef>
                <a:spcPts val="1200"/>
              </a:spcBef>
              <a:spcAft>
                <a:spcPts val="0"/>
              </a:spcAft>
              <a:buClr>
                <a:schemeClr val="dk1"/>
              </a:buClr>
              <a:buSzPct val="100000"/>
              <a:buFont typeface="Arial"/>
              <a:buNone/>
            </a:pPr>
            <a:r>
              <a:rPr b="1" lang="en" sz="1100"/>
              <a:t>[Click to Reveal]</a:t>
            </a:r>
            <a:endParaRPr b="1" sz="1100"/>
          </a:p>
          <a:p>
            <a:pPr indent="0" lvl="0" marL="0" rtl="0" algn="l">
              <a:lnSpc>
                <a:spcPct val="115000"/>
              </a:lnSpc>
              <a:spcBef>
                <a:spcPts val="1200"/>
              </a:spcBef>
              <a:spcAft>
                <a:spcPts val="0"/>
              </a:spcAft>
              <a:buClr>
                <a:schemeClr val="dk1"/>
              </a:buClr>
              <a:buSzPct val="100000"/>
              <a:buFont typeface="Arial"/>
              <a:buNone/>
            </a:pPr>
            <a:r>
              <a:rPr lang="en" sz="1100"/>
              <a:t>✅ </a:t>
            </a:r>
            <a:r>
              <a:rPr b="1" lang="en" sz="1100"/>
              <a:t>ಸರಿಯಾದ ಉತ್ತರ: C. ವೈಜ್ಞಾನಿಕ ಮನೋಭಾವ</a:t>
            </a:r>
            <a:endParaRPr b="1" sz="1100"/>
          </a:p>
          <a:p>
            <a:pPr indent="0" lvl="0" marL="0" rtl="0" algn="l">
              <a:lnSpc>
                <a:spcPct val="115000"/>
              </a:lnSpc>
              <a:spcBef>
                <a:spcPts val="1200"/>
              </a:spcBef>
              <a:spcAft>
                <a:spcPts val="0"/>
              </a:spcAft>
              <a:buClr>
                <a:schemeClr val="dk1"/>
              </a:buClr>
              <a:buSzPct val="100000"/>
              <a:buFont typeface="Arial"/>
              <a:buNone/>
            </a:pPr>
            <a:r>
              <a:rPr b="1" lang="en" sz="1100"/>
              <a:t>ಅನುಚ್ಛೇದ 51A(h):</a:t>
            </a:r>
            <a:r>
              <a:rPr lang="en" sz="1100"/>
              <a:t> ವೈಜ್ಞಾನಿಕ ಮನೋಭಾವ, ಮಾನವೀಯತೆ ಹಾಗೂ ವಿಚಾರಣೆ ಮತ್ತು ಸುಧಾರಣೆಯ ಮನೋಭಾವವನ್ನು ಬೆಳೆಸುವುದು ನಾಗರಿಕರ ಮೂಲಭೂತ ಕರ್ತವ್ಯವಾಗಿದೆ.</a:t>
            </a:r>
            <a:endParaRPr sz="1100"/>
          </a:p>
          <a:p>
            <a:pPr indent="0" lvl="0" marL="0" rtl="0" algn="ctr">
              <a:spcBef>
                <a:spcPts val="1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900"/>
              <a:t>Slide 20 of vercel MC part will become slide 21</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ctrTitle"/>
          </p:nvPr>
        </p:nvSpPr>
        <p:spPr>
          <a:xfrm>
            <a:off x="311700" y="1143300"/>
            <a:ext cx="8520600" cy="4799700"/>
          </a:xfrm>
          <a:prstGeom prst="rect">
            <a:avLst/>
          </a:prstGeom>
        </p:spPr>
        <p:txBody>
          <a:bodyPr anchorCtr="0" anchor="b" bIns="91425" lIns="91425" spcFirstLastPara="1" rIns="91425" wrap="square" tIns="91425">
            <a:noAutofit/>
          </a:bodyPr>
          <a:lstStyle/>
          <a:p>
            <a:pPr indent="0" lvl="0" marL="0" rtl="0" algn="l">
              <a:lnSpc>
                <a:spcPct val="115000"/>
              </a:lnSpc>
              <a:spcBef>
                <a:spcPts val="2400"/>
              </a:spcBef>
              <a:spcAft>
                <a:spcPts val="0"/>
              </a:spcAft>
              <a:buSzPts val="990"/>
              <a:buNone/>
            </a:pPr>
            <a:r>
              <a:t/>
            </a:r>
            <a:endParaRPr b="1" sz="2570"/>
          </a:p>
          <a:p>
            <a:pPr indent="0" lvl="0" marL="0" rtl="0" algn="l">
              <a:lnSpc>
                <a:spcPct val="115000"/>
              </a:lnSpc>
              <a:spcBef>
                <a:spcPts val="2400"/>
              </a:spcBef>
              <a:spcAft>
                <a:spcPts val="0"/>
              </a:spcAft>
              <a:buSzPts val="990"/>
              <a:buNone/>
            </a:pPr>
            <a:r>
              <a:t/>
            </a:r>
            <a:endParaRPr b="1" sz="2570"/>
          </a:p>
          <a:p>
            <a:pPr indent="0" lvl="0" marL="0" rtl="0" algn="l">
              <a:lnSpc>
                <a:spcPct val="115000"/>
              </a:lnSpc>
              <a:spcBef>
                <a:spcPts val="2400"/>
              </a:spcBef>
              <a:spcAft>
                <a:spcPts val="0"/>
              </a:spcAft>
              <a:buSzPts val="990"/>
              <a:buNone/>
            </a:pPr>
            <a:r>
              <a:t/>
            </a:r>
            <a:endParaRPr b="1" sz="2570"/>
          </a:p>
          <a:p>
            <a:pPr indent="0" lvl="0" marL="0" rtl="0" algn="l">
              <a:lnSpc>
                <a:spcPct val="115000"/>
              </a:lnSpc>
              <a:spcBef>
                <a:spcPts val="2400"/>
              </a:spcBef>
              <a:spcAft>
                <a:spcPts val="0"/>
              </a:spcAft>
              <a:buClr>
                <a:schemeClr val="dk1"/>
              </a:buClr>
              <a:buSzPts val="990"/>
              <a:buFont typeface="Arial"/>
              <a:buNone/>
            </a:pPr>
            <a:r>
              <a:rPr b="1" lang="en" sz="2570"/>
              <a:t> ನಿಮ್ಮ 4W Challenge </a:t>
            </a:r>
            <a:r>
              <a:rPr b="1" lang="en" sz="1670"/>
              <a:t> ಮನೆಗೆ ಹೋದ ನಂತರ…</a:t>
            </a:r>
            <a:endParaRPr b="1" sz="1670"/>
          </a:p>
          <a:p>
            <a:pPr indent="0" lvl="0" marL="0" rtl="0" algn="l">
              <a:lnSpc>
                <a:spcPct val="115000"/>
              </a:lnSpc>
              <a:spcBef>
                <a:spcPts val="1200"/>
              </a:spcBef>
              <a:spcAft>
                <a:spcPts val="0"/>
              </a:spcAft>
              <a:buClr>
                <a:schemeClr val="dk1"/>
              </a:buClr>
              <a:buSzPts val="990"/>
              <a:buFont typeface="Arial"/>
              <a:buNone/>
            </a:pPr>
            <a:r>
              <a:rPr lang="en" sz="1490"/>
              <a:t>📱 </a:t>
            </a:r>
            <a:r>
              <a:rPr b="1" lang="en" sz="1490"/>
              <a:t>ಪೋಷಕರ ಅನುಮತಿಯೊಂದಿಗೆ</a:t>
            </a:r>
            <a:r>
              <a:rPr lang="en" sz="1490"/>
              <a:t>, ಅವರ ಮೊಬೈಲ್‌ನಲ್ಲಿ ಬಂದಿರುವ ಯಾವುದಾದರೂ</a:t>
            </a:r>
            <a:br>
              <a:rPr lang="en" sz="1490"/>
            </a:br>
            <a:r>
              <a:rPr b="1" lang="en" sz="1490"/>
              <a:t>Forwarded Message / Online News</a:t>
            </a:r>
            <a:r>
              <a:rPr lang="en" sz="1490"/>
              <a:t> ಅನ್ನು ಆಯ್ಕೆಮಾಡಿ.</a:t>
            </a:r>
            <a:endParaRPr sz="1490"/>
          </a:p>
          <a:p>
            <a:pPr indent="0" lvl="0" marL="0" rtl="0" algn="l">
              <a:lnSpc>
                <a:spcPct val="115000"/>
              </a:lnSpc>
              <a:spcBef>
                <a:spcPts val="1400"/>
              </a:spcBef>
              <a:spcAft>
                <a:spcPts val="0"/>
              </a:spcAft>
              <a:buClr>
                <a:schemeClr val="dk1"/>
              </a:buClr>
              <a:buSzPts val="990"/>
              <a:buFont typeface="Arial"/>
              <a:buNone/>
            </a:pPr>
            <a:r>
              <a:rPr b="1" lang="en" sz="1670"/>
              <a:t>4W ಪರೀಕ್ಷೆ ಬಳಸಿ ಪರಿಶೀಲಿಸಿ!</a:t>
            </a:r>
            <a:endParaRPr b="1" sz="1670"/>
          </a:p>
          <a:p>
            <a:pPr indent="0" lvl="0" marL="0" rtl="0" algn="l">
              <a:lnSpc>
                <a:spcPct val="115000"/>
              </a:lnSpc>
              <a:spcBef>
                <a:spcPts val="1400"/>
              </a:spcBef>
              <a:spcAft>
                <a:spcPts val="0"/>
              </a:spcAft>
              <a:buClr>
                <a:schemeClr val="dk1"/>
              </a:buClr>
              <a:buSzPts val="990"/>
              <a:buFont typeface="Arial"/>
              <a:buNone/>
            </a:pPr>
            <a:r>
              <a:rPr b="1" lang="en" sz="1670"/>
              <a:t> ನಂತರ ಏನು ಮಾಡಬೇಕು?</a:t>
            </a:r>
            <a:endParaRPr b="1" sz="1670"/>
          </a:p>
          <a:p>
            <a:pPr indent="0" lvl="0" marL="0" rtl="0" algn="l">
              <a:lnSpc>
                <a:spcPct val="115000"/>
              </a:lnSpc>
              <a:spcBef>
                <a:spcPts val="1200"/>
              </a:spcBef>
              <a:spcAft>
                <a:spcPts val="0"/>
              </a:spcAft>
              <a:buClr>
                <a:schemeClr val="dk1"/>
              </a:buClr>
              <a:buSzPts val="990"/>
              <a:buFont typeface="Arial"/>
              <a:buNone/>
            </a:pPr>
            <a:r>
              <a:rPr lang="en" sz="1490"/>
              <a:t>ಪೋಷಕರೊಂದಿಗೆ ಚರ್ಚಿಸಿ ಮತ್ತು</a:t>
            </a:r>
            <a:br>
              <a:rPr lang="en" sz="1490"/>
            </a:br>
            <a:r>
              <a:rPr b="1" lang="en" sz="1490"/>
              <a:t>ನೀವು ಪರಿಶೀಲಿಸಿದ ಒಂದು Forwarded Message / Online News‌ನ ಅನುಭವವನ್ನು</a:t>
            </a:r>
            <a:br>
              <a:rPr b="1" lang="en" sz="1490"/>
            </a:br>
            <a:r>
              <a:rPr lang="en" sz="1490"/>
              <a:t>ಮುಂದಿನ ಸಭೆಯಲ್ಲಿ ಹಂಚಿಕೊಳ್ಳಿ.</a:t>
            </a:r>
            <a:endParaRPr sz="1490"/>
          </a:p>
          <a:p>
            <a:pPr indent="0" lvl="0" marL="0" rtl="0" algn="l">
              <a:lnSpc>
                <a:spcPct val="115000"/>
              </a:lnSpc>
              <a:spcBef>
                <a:spcPts val="1200"/>
              </a:spcBef>
              <a:spcAft>
                <a:spcPts val="0"/>
              </a:spcAft>
              <a:buClr>
                <a:schemeClr val="dk1"/>
              </a:buClr>
              <a:buSzPts val="990"/>
              <a:buFont typeface="Arial"/>
              <a:buNone/>
            </a:pPr>
            <a:r>
              <a:rPr lang="en" sz="1490"/>
              <a:t>🌊 </a:t>
            </a:r>
            <a:r>
              <a:rPr b="1" lang="en" sz="1490"/>
              <a:t>ಇದು ನಿಮ್ಮ “ಬದಲಾವಣೆಯ ತರಂಗ”!</a:t>
            </a:r>
            <a:br>
              <a:rPr b="1" lang="en" sz="1490"/>
            </a:br>
            <a:r>
              <a:rPr lang="en" sz="1490"/>
              <a:t>ನಿಮ್ಮ ಅನುಭವವನ್ನು ಬರೆದು </a:t>
            </a:r>
            <a:r>
              <a:rPr b="1" lang="en" sz="1490"/>
              <a:t>ಬದಲಾವಣೆಯ ಚಾಂಪಿಯನ್ ಬಾಕ್ಸ್</a:t>
            </a:r>
            <a:r>
              <a:rPr lang="en" sz="1490"/>
              <a:t>ನಲ್ಲಿ ಹಾಕಿ.</a:t>
            </a:r>
            <a:endParaRPr sz="1490"/>
          </a:p>
          <a:p>
            <a:pPr indent="0" lvl="0" marL="0" rtl="0" algn="l">
              <a:lnSpc>
                <a:spcPct val="115000"/>
              </a:lnSpc>
              <a:spcBef>
                <a:spcPts val="1200"/>
              </a:spcBef>
              <a:spcAft>
                <a:spcPts val="0"/>
              </a:spcAft>
              <a:buSzPts val="990"/>
              <a:buNone/>
            </a:pPr>
            <a:r>
              <a:rPr lang="en" sz="1490"/>
              <a:t>📄 </a:t>
            </a:r>
            <a:r>
              <a:rPr b="1" lang="en" sz="1490"/>
              <a:t>ಕರಪತ್ರ ಬಳಸಿ:</a:t>
            </a:r>
            <a:br>
              <a:rPr b="1" lang="en" sz="1490"/>
            </a:br>
            <a:r>
              <a:rPr lang="en" sz="1490"/>
              <a:t>ಮಾಹಿತಿ, ಅಂಕಿ-ಅಂಶಗಳು ಮತ್ತು ಸುದ್ದಿಗಳನ್ನು </a:t>
            </a:r>
            <a:r>
              <a:rPr b="1" lang="en" sz="1490"/>
              <a:t>ಪರಿಶೀಲಿಸಲು</a:t>
            </a:r>
            <a:r>
              <a:rPr lang="en" sz="1490"/>
              <a:t> ನೀಡಿರುವ ಕರಪತ್ರ ನಿಮಗೆ ಸಹಾಯ ಮಾಡುತ್ತದೆ.</a:t>
            </a:r>
            <a:endParaRPr i="1" sz="1790"/>
          </a:p>
          <a:p>
            <a:pPr indent="0" lvl="0" marL="0" rtl="0" algn="l">
              <a:lnSpc>
                <a:spcPct val="115000"/>
              </a:lnSpc>
              <a:spcBef>
                <a:spcPts val="1200"/>
              </a:spcBef>
              <a:spcAft>
                <a:spcPts val="0"/>
              </a:spcAft>
              <a:buClr>
                <a:schemeClr val="dk1"/>
              </a:buClr>
              <a:buSzPts val="990"/>
              <a:buFont typeface="Arial"/>
              <a:buNone/>
            </a:pPr>
            <a:r>
              <a:t/>
            </a:r>
            <a:endParaRPr i="1" sz="1490"/>
          </a:p>
          <a:p>
            <a:pPr indent="0" lvl="0" marL="0" rtl="0" algn="ctr">
              <a:spcBef>
                <a:spcPts val="1200"/>
              </a:spcBef>
              <a:spcAft>
                <a:spcPts val="0"/>
              </a:spcAft>
              <a:buSzPts val="990"/>
              <a:buNone/>
            </a:pPr>
            <a:r>
              <a:t/>
            </a:r>
            <a:endParaRPr sz="518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txBox="1"/>
          <p:nvPr/>
        </p:nvSpPr>
        <p:spPr>
          <a:xfrm>
            <a:off x="0" y="-115050"/>
            <a:ext cx="8514900" cy="78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700">
                <a:solidFill>
                  <a:schemeClr val="dk1"/>
                </a:solidFill>
              </a:rPr>
              <a:t>ಬದಲಾವಣೆಗಾಗಿ ಜೊತೆಯಾಗೋಣ!</a:t>
            </a:r>
            <a:endParaRPr b="1" sz="2700">
              <a:solidFill>
                <a:schemeClr val="dk1"/>
              </a:solidFill>
            </a:endParaRPr>
          </a:p>
          <a:p>
            <a:pPr indent="0" lvl="0" marL="0" rtl="0" algn="l">
              <a:lnSpc>
                <a:spcPct val="115000"/>
              </a:lnSpc>
              <a:spcBef>
                <a:spcPts val="1400"/>
              </a:spcBef>
              <a:spcAft>
                <a:spcPts val="0"/>
              </a:spcAft>
              <a:buNone/>
            </a:pPr>
            <a:r>
              <a:rPr b="1" lang="en" sz="1700">
                <a:solidFill>
                  <a:schemeClr val="dk1"/>
                </a:solidFill>
              </a:rPr>
              <a:t>ನಾವು ಈಗ ಒಂದು ಹೊಸ ಪಯಣದ ಭಾಗವಾಗಿದ್ದೇವೆ…</a:t>
            </a:r>
            <a:endParaRPr b="1" sz="1700">
              <a:solidFill>
                <a:schemeClr val="dk1"/>
              </a:solidFill>
            </a:endParaRPr>
          </a:p>
          <a:p>
            <a:pPr indent="0" lvl="0" marL="0" rtl="0" algn="l">
              <a:lnSpc>
                <a:spcPct val="115000"/>
              </a:lnSpc>
              <a:spcBef>
                <a:spcPts val="1200"/>
              </a:spcBef>
              <a:spcAft>
                <a:spcPts val="0"/>
              </a:spcAft>
              <a:buNone/>
            </a:pPr>
            <a:r>
              <a:rPr lang="en" sz="1500">
                <a:solidFill>
                  <a:schemeClr val="dk1"/>
                </a:solidFill>
              </a:rPr>
              <a:t> </a:t>
            </a:r>
            <a:r>
              <a:rPr b="1" lang="en" sz="1500">
                <a:solidFill>
                  <a:schemeClr val="dk1"/>
                </a:solidFill>
              </a:rPr>
              <a:t>ಪರಸ್ಪರ ಕಲಿಯೋಣ</a:t>
            </a:r>
            <a:br>
              <a:rPr b="1" lang="en" sz="1500">
                <a:solidFill>
                  <a:schemeClr val="dk1"/>
                </a:solidFill>
              </a:rPr>
            </a:br>
            <a:r>
              <a:rPr lang="en" sz="1500">
                <a:solidFill>
                  <a:schemeClr val="dk1"/>
                </a:solidFill>
              </a:rPr>
              <a:t> </a:t>
            </a:r>
            <a:r>
              <a:rPr b="1" lang="en" sz="1500">
                <a:solidFill>
                  <a:schemeClr val="dk1"/>
                </a:solidFill>
              </a:rPr>
              <a:t>ಪರಸ್ಪರರ ಸಾಮರ್ಥ್ಯ ಮತ್ತು ಪ್ರತಿಭೆಯನ್ನು ಬಳಸಿಕೊಳ್ಳೋಣ</a:t>
            </a:r>
            <a:br>
              <a:rPr b="1" lang="en" sz="1500">
                <a:solidFill>
                  <a:schemeClr val="dk1"/>
                </a:solidFill>
              </a:rPr>
            </a:br>
            <a:r>
              <a:rPr lang="en" sz="1500">
                <a:solidFill>
                  <a:schemeClr val="dk1"/>
                </a:solidFill>
              </a:rPr>
              <a:t> </a:t>
            </a:r>
            <a:r>
              <a:rPr b="1" lang="en" sz="1500">
                <a:solidFill>
                  <a:schemeClr val="dk1"/>
                </a:solidFill>
              </a:rPr>
              <a:t>ವಿಮರ್ಶಾತ್ಮಕವಾಗಿ ಯೋಚಿಸೋಣ</a:t>
            </a:r>
            <a:br>
              <a:rPr b="1" lang="en" sz="1500">
                <a:solidFill>
                  <a:schemeClr val="dk1"/>
                </a:solidFill>
              </a:rPr>
            </a:br>
            <a:r>
              <a:rPr b="1" lang="en" sz="1500">
                <a:solidFill>
                  <a:schemeClr val="dk1"/>
                </a:solidFill>
              </a:rPr>
              <a:t>ಜೊತೆಯಾಗಿ ಬದಲಾವಣೆ ತರೋಣ</a:t>
            </a:r>
            <a:endParaRPr b="1" sz="1500">
              <a:solidFill>
                <a:schemeClr val="dk1"/>
              </a:solidFill>
            </a:endParaRPr>
          </a:p>
          <a:p>
            <a:pPr indent="0" lvl="0" marL="0" rtl="0" algn="l">
              <a:lnSpc>
                <a:spcPct val="115000"/>
              </a:lnSpc>
              <a:spcBef>
                <a:spcPts val="1400"/>
              </a:spcBef>
              <a:spcAft>
                <a:spcPts val="0"/>
              </a:spcAft>
              <a:buNone/>
            </a:pPr>
            <a:r>
              <a:rPr b="1" lang="en" sz="1700">
                <a:solidFill>
                  <a:schemeClr val="dk1"/>
                </a:solidFill>
              </a:rPr>
              <a:t>ನಿಮ್ಮ Project Card ನೋಡಿ!</a:t>
            </a:r>
            <a:endParaRPr b="1" sz="1700">
              <a:solidFill>
                <a:schemeClr val="dk1"/>
              </a:solidFill>
            </a:endParaRPr>
          </a:p>
          <a:p>
            <a:pPr indent="0" lvl="0" marL="0" rtl="0" algn="l">
              <a:lnSpc>
                <a:spcPct val="115000"/>
              </a:lnSpc>
              <a:spcBef>
                <a:spcPts val="1200"/>
              </a:spcBef>
              <a:spcAft>
                <a:spcPts val="0"/>
              </a:spcAft>
              <a:buNone/>
            </a:pPr>
            <a:r>
              <a:rPr b="1" lang="en" sz="1500">
                <a:solidFill>
                  <a:schemeClr val="dk1"/>
                </a:solidFill>
              </a:rPr>
              <a:t>ಪ್ರತಿ ಗುಂಪಿಗೆ ಒಂದು Project Card ನೀಡಲಾಗುತ್ತದೆ.</a:t>
            </a:r>
            <a:endParaRPr b="1" sz="1500">
              <a:solidFill>
                <a:schemeClr val="dk1"/>
              </a:solidFill>
            </a:endParaRPr>
          </a:p>
          <a:p>
            <a:pPr indent="0" lvl="0" marL="0" rtl="0" algn="l">
              <a:lnSpc>
                <a:spcPct val="115000"/>
              </a:lnSpc>
              <a:spcBef>
                <a:spcPts val="1200"/>
              </a:spcBef>
              <a:spcAft>
                <a:spcPts val="0"/>
              </a:spcAft>
              <a:buNone/>
            </a:pPr>
            <a:r>
              <a:rPr lang="en" sz="1500">
                <a:solidFill>
                  <a:schemeClr val="dk1"/>
                </a:solidFill>
              </a:rPr>
              <a:t> </a:t>
            </a:r>
            <a:r>
              <a:rPr b="1" lang="en" sz="1500">
                <a:solidFill>
                  <a:schemeClr val="dk1"/>
                </a:solidFill>
              </a:rPr>
              <a:t>1. ಓದಿ</a:t>
            </a:r>
            <a:r>
              <a:rPr lang="en" sz="1500">
                <a:solidFill>
                  <a:schemeClr val="dk1"/>
                </a:solidFill>
              </a:rPr>
              <a:t> — ನಿಮ್ಮ Project Cardನಲ್ಲಿರುವ ಸೂಚನೆಗಳನ್ನು ಸಂಪೂರ್ಣವಾಗಿ ಓದಿ.</a:t>
            </a:r>
            <a:endParaRPr sz="1500">
              <a:solidFill>
                <a:schemeClr val="dk1"/>
              </a:solidFill>
            </a:endParaRPr>
          </a:p>
          <a:p>
            <a:pPr indent="0" lvl="0" marL="0" rtl="0" algn="l">
              <a:lnSpc>
                <a:spcPct val="115000"/>
              </a:lnSpc>
              <a:spcBef>
                <a:spcPts val="1200"/>
              </a:spcBef>
              <a:spcAft>
                <a:spcPts val="0"/>
              </a:spcAft>
              <a:buNone/>
            </a:pPr>
            <a:r>
              <a:rPr lang="en" sz="1500">
                <a:solidFill>
                  <a:schemeClr val="dk1"/>
                </a:solidFill>
              </a:rPr>
              <a:t> </a:t>
            </a:r>
            <a:r>
              <a:rPr b="1" lang="en" sz="1500">
                <a:solidFill>
                  <a:schemeClr val="dk1"/>
                </a:solidFill>
              </a:rPr>
              <a:t>2. ಜೊತೆಯಾಗಿ ಕೆಲಸ ಮಾಡಿ</a:t>
            </a:r>
            <a:r>
              <a:rPr lang="en" sz="1500">
                <a:solidFill>
                  <a:schemeClr val="dk1"/>
                </a:solidFill>
              </a:rPr>
              <a:t> — ಕಾರ್ಡ್‌ನಲ್ಲಿ ನೀಡಿರುವ ಚಟುವಟಿಕೆಗಳನ್ನು ಗುಂಪಾಗಿ ಮಾಡಿ.</a:t>
            </a:r>
            <a:endParaRPr sz="1500">
              <a:solidFill>
                <a:schemeClr val="dk1"/>
              </a:solidFill>
            </a:endParaRPr>
          </a:p>
          <a:p>
            <a:pPr indent="0" lvl="0" marL="0" rtl="0" algn="l">
              <a:lnSpc>
                <a:spcPct val="115000"/>
              </a:lnSpc>
              <a:spcBef>
                <a:spcPts val="1200"/>
              </a:spcBef>
              <a:spcAft>
                <a:spcPts val="0"/>
              </a:spcAft>
              <a:buNone/>
            </a:pPr>
            <a:r>
              <a:rPr b="1" lang="en" sz="1500">
                <a:solidFill>
                  <a:schemeClr val="dk1"/>
                </a:solidFill>
              </a:rPr>
              <a:t>3. ಸಮಯ ಬಳಸಿಕೊಳ್ಳಿ</a:t>
            </a:r>
            <a:r>
              <a:rPr lang="en" sz="1500">
                <a:solidFill>
                  <a:schemeClr val="dk1"/>
                </a:solidFill>
              </a:rPr>
              <a:t> — ನಿಮ್ಮ ಬಿಡುವಿನ ಸಮಯದಲ್ಲಿ ಯೋಜನೆಯ ಚಟುವಟಿಕೆಗಳ ಮೇಲೆ ಕೆಲಸ ಮಾಡಿ.</a:t>
            </a:r>
            <a:endParaRPr sz="1500">
              <a:solidFill>
                <a:schemeClr val="dk1"/>
              </a:solidFill>
            </a:endParaRPr>
          </a:p>
          <a:p>
            <a:pPr indent="0" lvl="0" marL="0" rtl="0" algn="l">
              <a:lnSpc>
                <a:spcPct val="115000"/>
              </a:lnSpc>
              <a:spcBef>
                <a:spcPts val="1200"/>
              </a:spcBef>
              <a:spcAft>
                <a:spcPts val="0"/>
              </a:spcAft>
              <a:buNone/>
            </a:pPr>
            <a:r>
              <a:rPr b="1" lang="en" sz="1500">
                <a:solidFill>
                  <a:schemeClr val="dk1"/>
                </a:solidFill>
              </a:rPr>
              <a:t>4. 3 ವಾರಗಳಲ್ಲಿ ಪೂರ್ಣಗೊಳಿಸಿ</a:t>
            </a:r>
            <a:r>
              <a:rPr lang="en" sz="1500">
                <a:solidFill>
                  <a:schemeClr val="dk1"/>
                </a:solidFill>
              </a:rPr>
              <a:t> — ನೀಡಿರುವ ಎಲ್ಲಾ ಚಟುವಟಿಕೆಗಳನ್ನು ಮುಗಿಸಿ.</a:t>
            </a:r>
            <a:endParaRPr sz="1500">
              <a:solidFill>
                <a:schemeClr val="dk1"/>
              </a:solidFill>
            </a:endParaRPr>
          </a:p>
          <a:p>
            <a:pPr indent="0" lvl="0" marL="0" rtl="0" algn="l">
              <a:lnSpc>
                <a:spcPct val="115000"/>
              </a:lnSpc>
              <a:spcBef>
                <a:spcPts val="1200"/>
              </a:spcBef>
              <a:spcAft>
                <a:spcPts val="0"/>
              </a:spcAft>
              <a:buNone/>
            </a:pPr>
            <a:r>
              <a:rPr lang="en" sz="1500">
                <a:solidFill>
                  <a:schemeClr val="dk1"/>
                </a:solidFill>
              </a:rPr>
              <a:t> </a:t>
            </a:r>
            <a:r>
              <a:rPr b="1" lang="en" sz="1500">
                <a:solidFill>
                  <a:schemeClr val="dk1"/>
                </a:solidFill>
              </a:rPr>
              <a:t>5. ಅನುಮಾನವಿದೆಯೇ?</a:t>
            </a:r>
            <a:r>
              <a:rPr lang="en" sz="1500">
                <a:solidFill>
                  <a:schemeClr val="dk1"/>
                </a:solidFill>
              </a:rPr>
              <a:t> — ಮಾರ್ಗದರ್ಶಕರನ್ನು ಸಂಪರ್ಕಿಸಿ.</a:t>
            </a:r>
            <a:endParaRPr sz="15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ctr">
              <a:spcBef>
                <a:spcPts val="1200"/>
              </a:spcBef>
              <a:spcAft>
                <a:spcPts val="0"/>
              </a:spcAft>
              <a:buNone/>
            </a:pPr>
            <a:r>
              <a:t/>
            </a:r>
            <a:endParaRPr sz="5200">
              <a:solidFill>
                <a:schemeClr val="dk1"/>
              </a:solidFill>
            </a:endParaRPr>
          </a:p>
          <a:p>
            <a:pPr indent="0" lvl="0" marL="0" rtl="0" algn="l">
              <a:spcBef>
                <a:spcPts val="0"/>
              </a:spcBef>
              <a:spcAft>
                <a:spcPts val="0"/>
              </a:spcAft>
              <a:buNone/>
            </a:pPr>
            <a:r>
              <a:t/>
            </a:r>
            <a:endParaRPr sz="5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